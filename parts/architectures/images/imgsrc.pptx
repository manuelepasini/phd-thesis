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2" r:id="rId2"/>
    <p:sldId id="274" r:id="rId3"/>
    <p:sldId id="264" r:id="rId4"/>
    <p:sldId id="265" r:id="rId5"/>
    <p:sldId id="270" r:id="rId6"/>
    <p:sldId id="263" r:id="rId7"/>
    <p:sldId id="259" r:id="rId8"/>
    <p:sldId id="260" r:id="rId9"/>
    <p:sldId id="266" r:id="rId10"/>
    <p:sldId id="267" r:id="rId11"/>
    <p:sldId id="268" r:id="rId12"/>
    <p:sldId id="271" r:id="rId13"/>
    <p:sldId id="273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B93"/>
    <a:srgbClr val="50164A"/>
    <a:srgbClr val="FFFFFF"/>
    <a:srgbClr val="E97132"/>
    <a:srgbClr val="156082"/>
    <a:srgbClr val="4EA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20" y="7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B7E2CD-403F-496E-A0A7-DFBA92E50712}" type="datetimeFigureOut">
              <a:rPr lang="it-IT" smtClean="0"/>
              <a:t>24/07/2026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C27473-8446-46A6-8F34-9F127F1D21E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6088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27473-8446-46A6-8F34-9F127F1D21E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825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C27473-8446-46A6-8F34-9F127F1D21E3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7391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FBADE7-459A-6F75-B630-BBD4C13B4D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7494E3C-1E00-C558-61B2-C971E9A37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C6ECD73-6EC9-9FC8-7C37-457D0B52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F8DD15-7440-0BFF-7E76-C7724D39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FA73B0-E108-5EA4-236A-98F75070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1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3CF9E3-6B51-7C0E-4444-14C455C99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732ECB-EA4D-CE73-1E45-C5BDFF9D3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5A7E17-1B51-0CC1-337A-8DF83AD0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621718-3976-F46C-B5A4-A461C8F5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B5CBB0-DA98-324C-97B5-593CE543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06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3C516-B073-C3AC-C0CB-829C314E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B98E85B-177C-809E-F7EE-DDBC4FB42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77A635-9D98-D25A-190F-FD38CABF7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C00F2F-53A4-BC70-5715-298E394D5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524756-5726-7B78-80F3-055E0DA8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21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1A4442-DAA2-59BD-BEED-239047B9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F7B730-2D26-24B3-F7EE-55BC9C77A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9DB28CE-C553-B1EF-C383-DFD5870EF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2233018-E072-B576-74A0-68B4BDDB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A199693-B8EE-FA95-B8CC-BE70869EB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6F0DCBC-4CE2-DB1A-EAC5-68C8D9E40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82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40B476-1D83-638F-0F5E-3D567108C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645C583-9B70-1E33-7306-40AAAAC91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AE64DDC-1215-4C9F-75CA-8C084ACB95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DD20993-4658-67C7-27B4-CC6572DEC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98FBABF-880A-3971-FC51-82AA8EF3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EC28C2D-3825-8657-4C44-DE6C3FAC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1A5BEA4-1CF6-DFC9-C045-5BB15F76E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7E3FD73-D50C-80B3-4434-118F2C96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345D82-810F-F5F0-6C97-7C2EF4E85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152C3DF-D966-0847-9107-47ECD63E7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1EF2260-CF24-36D1-C833-9416B9406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B31187A-E5A1-B82D-DF79-44DD9A6F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5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37F1B86-BC8A-58E9-92FA-9B570A961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3DA4403-31D1-FFCD-7C76-39AE9F0FB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B6F8D9-2DFE-8D35-C202-7ACF599E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29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2A70A7-D8BD-49B7-8295-69D8AD52A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F700DE-D2DC-6D28-4094-60110E07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C56207D-946B-B2C4-9EB8-9B297B0FA8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13603DD-5C74-BB40-0713-17189E50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501079-6841-6C0E-64EC-FBE70674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F5642EE-C7BA-255D-6BD1-50203283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4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D14CCD-499D-2E8A-CB8C-015BEC358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FA8D6A0-14EB-5BF6-1E31-870A4515A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92BBEAA-811C-C83B-3F54-550326490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3E0FDE-33A0-D701-E526-AD880145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12A2356-25A3-A784-6780-F819C6B62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6610D33-5472-2C9F-CCB7-CC6CB12C4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4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8F1272-65C0-0571-CD79-7538D1D8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A4A86BC-45AB-3154-2369-3256C658D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B08B77-19D7-EBEB-F2E5-BC919C09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191BEE-0281-585D-E57B-01CDC224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C62DD4-6138-F5C4-41DE-5645C0A3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268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A8189A9-B136-6304-96F5-86862EC7C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C3D7D7-DAB2-F724-5625-234B9AA2A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7F086F-2505-E38B-D3B9-9FE69BBCB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1D8EC8-6152-E9BC-B445-A0657A8AA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CF0D30-F567-6231-654E-C47E35CA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00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881373F-615E-7145-939B-20B56C67C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AAA924-1F0E-3251-325E-C1F832F6F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47941D-E5AA-249C-E96B-A60CE45BD4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844CA-27C0-4B12-80F1-CCFE4723AD28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8381B12-4720-7235-3FED-AF3F18E75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93924F-C5A8-E2DE-8092-91744E4FD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93313-D617-42B9-81E6-2F88E875B56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13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50.png"/><Relationship Id="rId12" Type="http://schemas.openxmlformats.org/officeDocument/2006/relationships/image" Target="../media/image17.png"/><Relationship Id="rId17" Type="http://schemas.openxmlformats.org/officeDocument/2006/relationships/image" Target="../media/image18.png"/><Relationship Id="rId2" Type="http://schemas.openxmlformats.org/officeDocument/2006/relationships/image" Target="../media/image7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772D854A-E5C7-4252-AD31-FFA21B38CB6C}"/>
              </a:ext>
            </a:extLst>
          </p:cNvPr>
          <p:cNvSpPr/>
          <p:nvPr/>
        </p:nvSpPr>
        <p:spPr>
          <a:xfrm>
            <a:off x="7230586" y="3080229"/>
            <a:ext cx="2842328" cy="2043105"/>
          </a:xfrm>
          <a:prstGeom prst="rect">
            <a:avLst/>
          </a:prstGeom>
          <a:solidFill>
            <a:schemeClr val="bg2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92A8C17-41F1-4103-814A-4D120724F614}"/>
              </a:ext>
            </a:extLst>
          </p:cNvPr>
          <p:cNvSpPr/>
          <p:nvPr/>
        </p:nvSpPr>
        <p:spPr>
          <a:xfrm>
            <a:off x="2836331" y="3080229"/>
            <a:ext cx="4066501" cy="2043105"/>
          </a:xfrm>
          <a:prstGeom prst="rect">
            <a:avLst/>
          </a:prstGeom>
          <a:solidFill>
            <a:schemeClr val="bg2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8" name="Disco magnetico 7">
            <a:extLst>
              <a:ext uri="{FF2B5EF4-FFF2-40B4-BE49-F238E27FC236}">
                <a16:creationId xmlns:a16="http://schemas.microsoft.com/office/drawing/2014/main" id="{5CEBD3D0-498D-4978-9F83-D75680A3B899}"/>
              </a:ext>
            </a:extLst>
          </p:cNvPr>
          <p:cNvSpPr/>
          <p:nvPr/>
        </p:nvSpPr>
        <p:spPr>
          <a:xfrm>
            <a:off x="3030393" y="4239901"/>
            <a:ext cx="1097280" cy="731520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isco magnetico 8">
            <a:extLst>
              <a:ext uri="{FF2B5EF4-FFF2-40B4-BE49-F238E27FC236}">
                <a16:creationId xmlns:a16="http://schemas.microsoft.com/office/drawing/2014/main" id="{EFC323E1-1681-4661-9798-F66D57C323E5}"/>
              </a:ext>
            </a:extLst>
          </p:cNvPr>
          <p:cNvSpPr/>
          <p:nvPr/>
        </p:nvSpPr>
        <p:spPr>
          <a:xfrm>
            <a:off x="3030393" y="3370459"/>
            <a:ext cx="1097280" cy="731520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endPara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Disco magnetico 9">
            <a:extLst>
              <a:ext uri="{FF2B5EF4-FFF2-40B4-BE49-F238E27FC236}">
                <a16:creationId xmlns:a16="http://schemas.microsoft.com/office/drawing/2014/main" id="{9E41B878-570F-4701-9D70-BB3533DCF41B}"/>
              </a:ext>
            </a:extLst>
          </p:cNvPr>
          <p:cNvSpPr/>
          <p:nvPr/>
        </p:nvSpPr>
        <p:spPr>
          <a:xfrm>
            <a:off x="4398183" y="3370459"/>
            <a:ext cx="1097280" cy="731520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isco magnetico 10">
            <a:extLst>
              <a:ext uri="{FF2B5EF4-FFF2-40B4-BE49-F238E27FC236}">
                <a16:creationId xmlns:a16="http://schemas.microsoft.com/office/drawing/2014/main" id="{9FBBD110-2D01-44EF-9FFF-75820C7A6705}"/>
              </a:ext>
            </a:extLst>
          </p:cNvPr>
          <p:cNvSpPr/>
          <p:nvPr/>
        </p:nvSpPr>
        <p:spPr>
          <a:xfrm>
            <a:off x="4398183" y="4239901"/>
            <a:ext cx="1097280" cy="731520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Store</a:t>
            </a:r>
          </a:p>
        </p:txBody>
      </p:sp>
      <p:sp>
        <p:nvSpPr>
          <p:cNvPr id="12" name="Disco magnetico 11">
            <a:extLst>
              <a:ext uri="{FF2B5EF4-FFF2-40B4-BE49-F238E27FC236}">
                <a16:creationId xmlns:a16="http://schemas.microsoft.com/office/drawing/2014/main" id="{63A62E98-84E6-44B3-97CA-E1EA13BD3506}"/>
              </a:ext>
            </a:extLst>
          </p:cNvPr>
          <p:cNvSpPr/>
          <p:nvPr/>
        </p:nvSpPr>
        <p:spPr>
          <a:xfrm>
            <a:off x="8738875" y="3370459"/>
            <a:ext cx="1097280" cy="731520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</a:t>
            </a:r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endPara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Disco magnetico 12">
            <a:extLst>
              <a:ext uri="{FF2B5EF4-FFF2-40B4-BE49-F238E27FC236}">
                <a16:creationId xmlns:a16="http://schemas.microsoft.com/office/drawing/2014/main" id="{EE5D8423-03AB-4B48-9568-A963805C5783}"/>
              </a:ext>
            </a:extLst>
          </p:cNvPr>
          <p:cNvSpPr/>
          <p:nvPr/>
        </p:nvSpPr>
        <p:spPr>
          <a:xfrm>
            <a:off x="8738875" y="4239901"/>
            <a:ext cx="1097280" cy="731520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6D04810-CA98-4306-B7E1-8521FBE937C5}"/>
              </a:ext>
            </a:extLst>
          </p:cNvPr>
          <p:cNvSpPr/>
          <p:nvPr/>
        </p:nvSpPr>
        <p:spPr>
          <a:xfrm>
            <a:off x="5343797" y="2566365"/>
            <a:ext cx="1693334" cy="41148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Service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AD971ED-DCCD-48E7-8B20-1B4E01EB8A8B}"/>
              </a:ext>
            </a:extLst>
          </p:cNvPr>
          <p:cNvSpPr/>
          <p:nvPr/>
        </p:nvSpPr>
        <p:spPr>
          <a:xfrm>
            <a:off x="2698699" y="2370667"/>
            <a:ext cx="7497706" cy="356023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STGraph</a:t>
            </a:r>
            <a:endParaRPr lang="it-IT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AD5C5C47-0B3B-428E-A9A6-B563AF3528FA}"/>
              </a:ext>
            </a:extLst>
          </p:cNvPr>
          <p:cNvCxnSpPr>
            <a:cxnSpLocks/>
          </p:cNvCxnSpPr>
          <p:nvPr/>
        </p:nvCxnSpPr>
        <p:spPr>
          <a:xfrm>
            <a:off x="6078849" y="2175943"/>
            <a:ext cx="0" cy="390422"/>
          </a:xfrm>
          <a:prstGeom prst="straightConnector1">
            <a:avLst/>
          </a:prstGeom>
          <a:ln>
            <a:prstDash val="dash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ttangolo 34">
            <a:extLst>
              <a:ext uri="{FF2B5EF4-FFF2-40B4-BE49-F238E27FC236}">
                <a16:creationId xmlns:a16="http://schemas.microsoft.com/office/drawing/2014/main" id="{B8F5CC59-1C10-41C4-A37C-7C1B3FC0D4AB}"/>
              </a:ext>
            </a:extLst>
          </p:cNvPr>
          <p:cNvSpPr/>
          <p:nvPr/>
        </p:nvSpPr>
        <p:spPr>
          <a:xfrm>
            <a:off x="7443418" y="3473872"/>
            <a:ext cx="1058697" cy="52469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D99AA014-5775-461C-9BE3-7815F7064A80}"/>
              </a:ext>
            </a:extLst>
          </p:cNvPr>
          <p:cNvSpPr/>
          <p:nvPr/>
        </p:nvSpPr>
        <p:spPr>
          <a:xfrm>
            <a:off x="5641824" y="4343314"/>
            <a:ext cx="1097280" cy="52469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Rewriter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F10A04CA-AAAA-49BF-A10E-85A948751384}"/>
              </a:ext>
            </a:extLst>
          </p:cNvPr>
          <p:cNvSpPr/>
          <p:nvPr/>
        </p:nvSpPr>
        <p:spPr>
          <a:xfrm>
            <a:off x="5641824" y="3473872"/>
            <a:ext cx="1097280" cy="52469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Executor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48977183-BCB8-4E6E-83CD-63AABF1E5D36}"/>
              </a:ext>
            </a:extLst>
          </p:cNvPr>
          <p:cNvCxnSpPr>
            <a:cxnSpLocks/>
          </p:cNvCxnSpPr>
          <p:nvPr/>
        </p:nvCxnSpPr>
        <p:spPr>
          <a:xfrm flipV="1">
            <a:off x="9355667" y="5123334"/>
            <a:ext cx="0" cy="31381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ttore 2 89">
            <a:extLst>
              <a:ext uri="{FF2B5EF4-FFF2-40B4-BE49-F238E27FC236}">
                <a16:creationId xmlns:a16="http://schemas.microsoft.com/office/drawing/2014/main" id="{4DC1F329-34EB-453B-A68C-48E55868F4AD}"/>
              </a:ext>
            </a:extLst>
          </p:cNvPr>
          <p:cNvCxnSpPr>
            <a:cxnSpLocks/>
          </p:cNvCxnSpPr>
          <p:nvPr/>
        </p:nvCxnSpPr>
        <p:spPr>
          <a:xfrm flipV="1">
            <a:off x="4273248" y="5123334"/>
            <a:ext cx="0" cy="31381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124A1D7F-DBD9-4D2E-9783-88919D5526FA}"/>
              </a:ext>
            </a:extLst>
          </p:cNvPr>
          <p:cNvSpPr/>
          <p:nvPr/>
        </p:nvSpPr>
        <p:spPr>
          <a:xfrm>
            <a:off x="3589867" y="5373012"/>
            <a:ext cx="6154058" cy="41345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6C79B882-5E75-4706-8020-4D2E765507D9}"/>
              </a:ext>
            </a:extLst>
          </p:cNvPr>
          <p:cNvSpPr/>
          <p:nvPr/>
        </p:nvSpPr>
        <p:spPr>
          <a:xfrm>
            <a:off x="8033159" y="5185165"/>
            <a:ext cx="1050990" cy="52469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Balancer</a:t>
            </a: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ettangolo 90">
            <a:extLst>
              <a:ext uri="{FF2B5EF4-FFF2-40B4-BE49-F238E27FC236}">
                <a16:creationId xmlns:a16="http://schemas.microsoft.com/office/drawing/2014/main" id="{4163A5A6-F063-4A49-B70D-D994400DA656}"/>
              </a:ext>
            </a:extLst>
          </p:cNvPr>
          <p:cNvSpPr/>
          <p:nvPr/>
        </p:nvSpPr>
        <p:spPr>
          <a:xfrm>
            <a:off x="4537051" y="5185165"/>
            <a:ext cx="806745" cy="52469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</a:t>
            </a:r>
          </a:p>
        </p:txBody>
      </p:sp>
      <p:cxnSp>
        <p:nvCxnSpPr>
          <p:cNvPr id="107" name="Connettore 2 106">
            <a:extLst>
              <a:ext uri="{FF2B5EF4-FFF2-40B4-BE49-F238E27FC236}">
                <a16:creationId xmlns:a16="http://schemas.microsoft.com/office/drawing/2014/main" id="{347BB731-CBEE-4473-9031-7760E976BF1E}"/>
              </a:ext>
            </a:extLst>
          </p:cNvPr>
          <p:cNvCxnSpPr>
            <a:cxnSpLocks/>
            <a:stCxn id="38" idx="2"/>
            <a:endCxn id="37" idx="0"/>
          </p:cNvCxnSpPr>
          <p:nvPr/>
        </p:nvCxnSpPr>
        <p:spPr>
          <a:xfrm>
            <a:off x="6190464" y="3998566"/>
            <a:ext cx="0" cy="34474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ttore 2 108">
            <a:extLst>
              <a:ext uri="{FF2B5EF4-FFF2-40B4-BE49-F238E27FC236}">
                <a16:creationId xmlns:a16="http://schemas.microsoft.com/office/drawing/2014/main" id="{5A68B201-F712-497D-81B0-FA9C08EB7385}"/>
              </a:ext>
            </a:extLst>
          </p:cNvPr>
          <p:cNvCxnSpPr>
            <a:cxnSpLocks/>
            <a:stCxn id="37" idx="3"/>
            <a:endCxn id="35" idx="2"/>
          </p:cNvCxnSpPr>
          <p:nvPr/>
        </p:nvCxnSpPr>
        <p:spPr>
          <a:xfrm flipV="1">
            <a:off x="6739104" y="3998566"/>
            <a:ext cx="1233663" cy="60709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C3084EBF-FEA0-49F3-BBAD-C82A16556F2E}"/>
              </a:ext>
            </a:extLst>
          </p:cNvPr>
          <p:cNvCxnSpPr>
            <a:cxnSpLocks/>
            <a:stCxn id="35" idx="1"/>
            <a:endCxn id="38" idx="3"/>
          </p:cNvCxnSpPr>
          <p:nvPr/>
        </p:nvCxnSpPr>
        <p:spPr>
          <a:xfrm flipH="1">
            <a:off x="6739104" y="3736219"/>
            <a:ext cx="7043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6" name="Gruppo 125">
            <a:extLst>
              <a:ext uri="{FF2B5EF4-FFF2-40B4-BE49-F238E27FC236}">
                <a16:creationId xmlns:a16="http://schemas.microsoft.com/office/drawing/2014/main" id="{01341C62-F7D1-47C8-AB1A-0351FE444D71}"/>
              </a:ext>
            </a:extLst>
          </p:cNvPr>
          <p:cNvGrpSpPr/>
          <p:nvPr/>
        </p:nvGrpSpPr>
        <p:grpSpPr>
          <a:xfrm>
            <a:off x="5696979" y="6112734"/>
            <a:ext cx="1939834" cy="1096027"/>
            <a:chOff x="5689592" y="6083706"/>
            <a:chExt cx="1939834" cy="1096027"/>
          </a:xfrm>
        </p:grpSpPr>
        <p:sp>
          <p:nvSpPr>
            <p:cNvPr id="24" name="Rettangolo 23">
              <a:extLst>
                <a:ext uri="{FF2B5EF4-FFF2-40B4-BE49-F238E27FC236}">
                  <a16:creationId xmlns:a16="http://schemas.microsoft.com/office/drawing/2014/main" id="{4375D9DD-3EB4-4C5F-9A4B-405EA2B19E6F}"/>
                </a:ext>
              </a:extLst>
            </p:cNvPr>
            <p:cNvSpPr/>
            <p:nvPr/>
          </p:nvSpPr>
          <p:spPr>
            <a:xfrm>
              <a:off x="5689592" y="6083706"/>
              <a:ext cx="1939834" cy="109602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r>
                <a:rPr lang="it-IT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Sources</a:t>
              </a:r>
            </a:p>
          </p:txBody>
        </p:sp>
        <p:pic>
          <p:nvPicPr>
            <p:cNvPr id="76" name="Elemento grafico 75">
              <a:extLst>
                <a:ext uri="{FF2B5EF4-FFF2-40B4-BE49-F238E27FC236}">
                  <a16:creationId xmlns:a16="http://schemas.microsoft.com/office/drawing/2014/main" id="{803B7EE6-AE80-49B4-913C-54476BF74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18280" y="6507750"/>
              <a:ext cx="508000" cy="508000"/>
            </a:xfrm>
            <a:prstGeom prst="rect">
              <a:avLst/>
            </a:prstGeom>
          </p:spPr>
        </p:pic>
        <p:pic>
          <p:nvPicPr>
            <p:cNvPr id="77" name="Elemento grafico 76">
              <a:extLst>
                <a:ext uri="{FF2B5EF4-FFF2-40B4-BE49-F238E27FC236}">
                  <a16:creationId xmlns:a16="http://schemas.microsoft.com/office/drawing/2014/main" id="{FF8E2049-1F67-41B6-9DE5-D789A26A1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76281" y="6367581"/>
              <a:ext cx="701040" cy="701040"/>
            </a:xfrm>
            <a:prstGeom prst="rect">
              <a:avLst/>
            </a:prstGeom>
          </p:spPr>
        </p:pic>
        <p:pic>
          <p:nvPicPr>
            <p:cNvPr id="120" name="Elemento grafico 119" descr="Utente con riempimento a tinta unita">
              <a:extLst>
                <a:ext uri="{FF2B5EF4-FFF2-40B4-BE49-F238E27FC236}">
                  <a16:creationId xmlns:a16="http://schemas.microsoft.com/office/drawing/2014/main" id="{0EA7C383-CE52-48C1-BC98-6F6E5B6D4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689592" y="6385737"/>
              <a:ext cx="701040" cy="701040"/>
            </a:xfrm>
            <a:prstGeom prst="rect">
              <a:avLst/>
            </a:prstGeom>
          </p:spPr>
        </p:pic>
      </p:grpSp>
      <p:pic>
        <p:nvPicPr>
          <p:cNvPr id="121" name="Elemento grafico 120" descr="Utente con riempimento a tinta unita">
            <a:extLst>
              <a:ext uri="{FF2B5EF4-FFF2-40B4-BE49-F238E27FC236}">
                <a16:creationId xmlns:a16="http://schemas.microsoft.com/office/drawing/2014/main" id="{6DFA8A5D-0FE7-4702-82A5-36B55241F7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39944" y="1612293"/>
            <a:ext cx="701040" cy="701040"/>
          </a:xfrm>
          <a:prstGeom prst="rect">
            <a:avLst/>
          </a:prstGeom>
        </p:spPr>
      </p:pic>
      <p:cxnSp>
        <p:nvCxnSpPr>
          <p:cNvPr id="127" name="Connettore 2 126">
            <a:extLst>
              <a:ext uri="{FF2B5EF4-FFF2-40B4-BE49-F238E27FC236}">
                <a16:creationId xmlns:a16="http://schemas.microsoft.com/office/drawing/2014/main" id="{39B07CFC-DE21-4A61-9CEA-E73F2F2EF624}"/>
              </a:ext>
            </a:extLst>
          </p:cNvPr>
          <p:cNvCxnSpPr>
            <a:cxnSpLocks/>
            <a:stCxn id="24" idx="0"/>
            <a:endCxn id="23" idx="2"/>
          </p:cNvCxnSpPr>
          <p:nvPr/>
        </p:nvCxnSpPr>
        <p:spPr>
          <a:xfrm flipV="1">
            <a:off x="6666896" y="5786462"/>
            <a:ext cx="0" cy="32627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Connettore 2 130">
            <a:extLst>
              <a:ext uri="{FF2B5EF4-FFF2-40B4-BE49-F238E27FC236}">
                <a16:creationId xmlns:a16="http://schemas.microsoft.com/office/drawing/2014/main" id="{4A6E7165-B8C8-427B-A3D7-3D83C9FC6439}"/>
              </a:ext>
            </a:extLst>
          </p:cNvPr>
          <p:cNvCxnSpPr>
            <a:cxnSpLocks/>
          </p:cNvCxnSpPr>
          <p:nvPr/>
        </p:nvCxnSpPr>
        <p:spPr>
          <a:xfrm flipV="1">
            <a:off x="6296911" y="2185671"/>
            <a:ext cx="0" cy="390422"/>
          </a:xfrm>
          <a:prstGeom prst="straightConnector1">
            <a:avLst/>
          </a:prstGeom>
          <a:ln>
            <a:prstDash val="solid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C691136A-04E9-47D6-98AF-59BF7F3256C2}"/>
              </a:ext>
            </a:extLst>
          </p:cNvPr>
          <p:cNvCxnSpPr>
            <a:cxnSpLocks/>
          </p:cNvCxnSpPr>
          <p:nvPr/>
        </p:nvCxnSpPr>
        <p:spPr>
          <a:xfrm>
            <a:off x="6078849" y="2977845"/>
            <a:ext cx="0" cy="496027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A2E5938A-57E0-4207-80A6-8AB563CBA972}"/>
              </a:ext>
            </a:extLst>
          </p:cNvPr>
          <p:cNvCxnSpPr>
            <a:cxnSpLocks/>
          </p:cNvCxnSpPr>
          <p:nvPr/>
        </p:nvCxnSpPr>
        <p:spPr>
          <a:xfrm flipV="1">
            <a:off x="6296911" y="2977845"/>
            <a:ext cx="0" cy="496027"/>
          </a:xfrm>
          <a:prstGeom prst="straightConnector1">
            <a:avLst/>
          </a:prstGeom>
          <a:ln>
            <a:prstDash val="solid"/>
            <a:headEnd type="non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530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igura a mano libera: forma 10">
            <a:extLst>
              <a:ext uri="{FF2B5EF4-FFF2-40B4-BE49-F238E27FC236}">
                <a16:creationId xmlns:a16="http://schemas.microsoft.com/office/drawing/2014/main" id="{70FBBB90-8961-4BB3-8FFA-8440A4BC4831}"/>
              </a:ext>
            </a:extLst>
          </p:cNvPr>
          <p:cNvSpPr/>
          <p:nvPr/>
        </p:nvSpPr>
        <p:spPr>
          <a:xfrm>
            <a:off x="1400014" y="907348"/>
            <a:ext cx="9388056" cy="4381248"/>
          </a:xfrm>
          <a:custGeom>
            <a:avLst/>
            <a:gdLst>
              <a:gd name="connsiteX0" fmla="*/ -859 w 9388056"/>
              <a:gd name="connsiteY0" fmla="*/ -552 h 4464655"/>
              <a:gd name="connsiteX1" fmla="*/ 9387198 w 9388056"/>
              <a:gd name="connsiteY1" fmla="*/ -552 h 4464655"/>
              <a:gd name="connsiteX2" fmla="*/ 9387198 w 9388056"/>
              <a:gd name="connsiteY2" fmla="*/ 4464104 h 4464655"/>
              <a:gd name="connsiteX3" fmla="*/ -859 w 9388056"/>
              <a:gd name="connsiteY3" fmla="*/ 4464104 h 446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8056" h="4464655">
                <a:moveTo>
                  <a:pt x="-859" y="-552"/>
                </a:moveTo>
                <a:lnTo>
                  <a:pt x="9387198" y="-552"/>
                </a:lnTo>
                <a:lnTo>
                  <a:pt x="9387198" y="4464104"/>
                </a:lnTo>
                <a:lnTo>
                  <a:pt x="-859" y="4464104"/>
                </a:lnTo>
                <a:close/>
              </a:path>
            </a:pathLst>
          </a:custGeom>
          <a:noFill/>
          <a:ln w="11921" cap="flat">
            <a:solidFill>
              <a:srgbClr val="000000"/>
            </a:solidFill>
            <a:prstDash val="dash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13" name="Figura a mano libera: forma 12">
            <a:extLst>
              <a:ext uri="{FF2B5EF4-FFF2-40B4-BE49-F238E27FC236}">
                <a16:creationId xmlns:a16="http://schemas.microsoft.com/office/drawing/2014/main" id="{59E06C3A-AE4D-446A-95CD-83ED32560605}"/>
              </a:ext>
            </a:extLst>
          </p:cNvPr>
          <p:cNvSpPr/>
          <p:nvPr/>
        </p:nvSpPr>
        <p:spPr>
          <a:xfrm>
            <a:off x="5911210" y="589169"/>
            <a:ext cx="95390" cy="489313"/>
          </a:xfrm>
          <a:custGeom>
            <a:avLst/>
            <a:gdLst>
              <a:gd name="connsiteX0" fmla="*/ 58773 w 95390"/>
              <a:gd name="connsiteY0" fmla="*/ -347 h 489313"/>
              <a:gd name="connsiteX1" fmla="*/ 58773 w 95390"/>
              <a:gd name="connsiteY1" fmla="*/ 95154 h 489313"/>
              <a:gd name="connsiteX2" fmla="*/ 34925 w 95390"/>
              <a:gd name="connsiteY2" fmla="*/ 95154 h 489313"/>
              <a:gd name="connsiteX3" fmla="*/ 34925 w 95390"/>
              <a:gd name="connsiteY3" fmla="*/ -347 h 489313"/>
              <a:gd name="connsiteX4" fmla="*/ 58773 w 95390"/>
              <a:gd name="connsiteY4" fmla="*/ 166780 h 489313"/>
              <a:gd name="connsiteX5" fmla="*/ 58773 w 95390"/>
              <a:gd name="connsiteY5" fmla="*/ 262280 h 489313"/>
              <a:gd name="connsiteX6" fmla="*/ 34925 w 95390"/>
              <a:gd name="connsiteY6" fmla="*/ 262280 h 489313"/>
              <a:gd name="connsiteX7" fmla="*/ 34925 w 95390"/>
              <a:gd name="connsiteY7" fmla="*/ 166780 h 489313"/>
              <a:gd name="connsiteX8" fmla="*/ 58773 w 95390"/>
              <a:gd name="connsiteY8" fmla="*/ 333906 h 489313"/>
              <a:gd name="connsiteX9" fmla="*/ 58773 w 95390"/>
              <a:gd name="connsiteY9" fmla="*/ 409383 h 489313"/>
              <a:gd name="connsiteX10" fmla="*/ 34925 w 95390"/>
              <a:gd name="connsiteY10" fmla="*/ 409383 h 489313"/>
              <a:gd name="connsiteX11" fmla="*/ 34925 w 95390"/>
              <a:gd name="connsiteY11" fmla="*/ 333906 h 489313"/>
              <a:gd name="connsiteX12" fmla="*/ 94544 w 95390"/>
              <a:gd name="connsiteY12" fmla="*/ 393466 h 489313"/>
              <a:gd name="connsiteX13" fmla="*/ 46849 w 95390"/>
              <a:gd name="connsiteY13" fmla="*/ 488967 h 489313"/>
              <a:gd name="connsiteX14" fmla="*/ -847 w 95390"/>
              <a:gd name="connsiteY14" fmla="*/ 393466 h 48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5390" h="489313">
                <a:moveTo>
                  <a:pt x="58773" y="-347"/>
                </a:moveTo>
                <a:lnTo>
                  <a:pt x="58773" y="95154"/>
                </a:lnTo>
                <a:lnTo>
                  <a:pt x="34925" y="95154"/>
                </a:lnTo>
                <a:lnTo>
                  <a:pt x="34925" y="-347"/>
                </a:lnTo>
                <a:close/>
                <a:moveTo>
                  <a:pt x="58773" y="166780"/>
                </a:moveTo>
                <a:lnTo>
                  <a:pt x="58773" y="262280"/>
                </a:lnTo>
                <a:lnTo>
                  <a:pt x="34925" y="262280"/>
                </a:lnTo>
                <a:lnTo>
                  <a:pt x="34925" y="166780"/>
                </a:lnTo>
                <a:close/>
                <a:moveTo>
                  <a:pt x="58773" y="333906"/>
                </a:moveTo>
                <a:lnTo>
                  <a:pt x="58773" y="409383"/>
                </a:lnTo>
                <a:lnTo>
                  <a:pt x="34925" y="409383"/>
                </a:lnTo>
                <a:lnTo>
                  <a:pt x="34925" y="333906"/>
                </a:lnTo>
                <a:close/>
                <a:moveTo>
                  <a:pt x="94544" y="393466"/>
                </a:moveTo>
                <a:lnTo>
                  <a:pt x="46849" y="488967"/>
                </a:lnTo>
                <a:lnTo>
                  <a:pt x="-847" y="393466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14" name="Figura a mano libera: forma 13">
            <a:extLst>
              <a:ext uri="{FF2B5EF4-FFF2-40B4-BE49-F238E27FC236}">
                <a16:creationId xmlns:a16="http://schemas.microsoft.com/office/drawing/2014/main" id="{1FE467BB-8374-43D9-AAC4-E700EADD669C}"/>
              </a:ext>
            </a:extLst>
          </p:cNvPr>
          <p:cNvSpPr/>
          <p:nvPr/>
        </p:nvSpPr>
        <p:spPr>
          <a:xfrm flipV="1">
            <a:off x="9687102" y="4281862"/>
            <a:ext cx="95390" cy="393294"/>
          </a:xfrm>
          <a:custGeom>
            <a:avLst/>
            <a:gdLst>
              <a:gd name="connsiteX0" fmla="*/ 59896 w 95390"/>
              <a:gd name="connsiteY0" fmla="*/ 124 h 393294"/>
              <a:gd name="connsiteX1" fmla="*/ 59897 w 95390"/>
              <a:gd name="connsiteY1" fmla="*/ 313835 h 393294"/>
              <a:gd name="connsiteX2" fmla="*/ 36049 w 95390"/>
              <a:gd name="connsiteY2" fmla="*/ 313835 h 393294"/>
              <a:gd name="connsiteX3" fmla="*/ 36048 w 95390"/>
              <a:gd name="connsiteY3" fmla="*/ 124 h 393294"/>
              <a:gd name="connsiteX4" fmla="*/ 95669 w 95390"/>
              <a:gd name="connsiteY4" fmla="*/ 297918 h 393294"/>
              <a:gd name="connsiteX5" fmla="*/ 47973 w 95390"/>
              <a:gd name="connsiteY5" fmla="*/ 393419 h 393294"/>
              <a:gd name="connsiteX6" fmla="*/ 278 w 95390"/>
              <a:gd name="connsiteY6" fmla="*/ 297918 h 39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90" h="393294">
                <a:moveTo>
                  <a:pt x="59896" y="124"/>
                </a:moveTo>
                <a:lnTo>
                  <a:pt x="59897" y="313835"/>
                </a:lnTo>
                <a:lnTo>
                  <a:pt x="36049" y="313835"/>
                </a:lnTo>
                <a:lnTo>
                  <a:pt x="36048" y="124"/>
                </a:lnTo>
                <a:close/>
                <a:moveTo>
                  <a:pt x="95669" y="297918"/>
                </a:moveTo>
                <a:lnTo>
                  <a:pt x="47973" y="393419"/>
                </a:lnTo>
                <a:lnTo>
                  <a:pt x="278" y="297918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15" name="Figura a mano libera: forma 14">
            <a:extLst>
              <a:ext uri="{FF2B5EF4-FFF2-40B4-BE49-F238E27FC236}">
                <a16:creationId xmlns:a16="http://schemas.microsoft.com/office/drawing/2014/main" id="{80C078FF-D74B-418A-A7F1-A2C743ABF397}"/>
              </a:ext>
            </a:extLst>
          </p:cNvPr>
          <p:cNvSpPr/>
          <p:nvPr/>
        </p:nvSpPr>
        <p:spPr>
          <a:xfrm flipV="1">
            <a:off x="2405595" y="4281862"/>
            <a:ext cx="95390" cy="393294"/>
          </a:xfrm>
          <a:custGeom>
            <a:avLst/>
            <a:gdLst>
              <a:gd name="connsiteX0" fmla="*/ 59654 w 95390"/>
              <a:gd name="connsiteY0" fmla="*/ 124 h 393294"/>
              <a:gd name="connsiteX1" fmla="*/ 59655 w 95390"/>
              <a:gd name="connsiteY1" fmla="*/ 313835 h 393294"/>
              <a:gd name="connsiteX2" fmla="*/ 35807 w 95390"/>
              <a:gd name="connsiteY2" fmla="*/ 313835 h 393294"/>
              <a:gd name="connsiteX3" fmla="*/ 35806 w 95390"/>
              <a:gd name="connsiteY3" fmla="*/ 124 h 393294"/>
              <a:gd name="connsiteX4" fmla="*/ 95426 w 95390"/>
              <a:gd name="connsiteY4" fmla="*/ 297918 h 393294"/>
              <a:gd name="connsiteX5" fmla="*/ 47731 w 95390"/>
              <a:gd name="connsiteY5" fmla="*/ 393419 h 393294"/>
              <a:gd name="connsiteX6" fmla="*/ 35 w 95390"/>
              <a:gd name="connsiteY6" fmla="*/ 297918 h 393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90" h="393294">
                <a:moveTo>
                  <a:pt x="59654" y="124"/>
                </a:moveTo>
                <a:lnTo>
                  <a:pt x="59655" y="313835"/>
                </a:lnTo>
                <a:lnTo>
                  <a:pt x="35807" y="313835"/>
                </a:lnTo>
                <a:lnTo>
                  <a:pt x="35806" y="124"/>
                </a:lnTo>
                <a:close/>
                <a:moveTo>
                  <a:pt x="95426" y="297918"/>
                </a:moveTo>
                <a:lnTo>
                  <a:pt x="47731" y="393419"/>
                </a:lnTo>
                <a:lnTo>
                  <a:pt x="35" y="297918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16" name="Figura a mano libera: forma 15">
            <a:extLst>
              <a:ext uri="{FF2B5EF4-FFF2-40B4-BE49-F238E27FC236}">
                <a16:creationId xmlns:a16="http://schemas.microsoft.com/office/drawing/2014/main" id="{A5C249DF-6DB8-46EE-97B5-33B7CFC74A94}"/>
              </a:ext>
            </a:extLst>
          </p:cNvPr>
          <p:cNvSpPr/>
          <p:nvPr/>
        </p:nvSpPr>
        <p:spPr>
          <a:xfrm>
            <a:off x="2242634" y="4588259"/>
            <a:ext cx="7702817" cy="517295"/>
          </a:xfrm>
          <a:custGeom>
            <a:avLst/>
            <a:gdLst>
              <a:gd name="connsiteX0" fmla="*/ -859 w 7702817"/>
              <a:gd name="connsiteY0" fmla="*/ -717 h 517295"/>
              <a:gd name="connsiteX1" fmla="*/ 7701958 w 7702817"/>
              <a:gd name="connsiteY1" fmla="*/ -717 h 517295"/>
              <a:gd name="connsiteX2" fmla="*/ 7701958 w 7702817"/>
              <a:gd name="connsiteY2" fmla="*/ 516578 h 517295"/>
              <a:gd name="connsiteX3" fmla="*/ -859 w 7702817"/>
              <a:gd name="connsiteY3" fmla="*/ 516578 h 51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02817" h="517295">
                <a:moveTo>
                  <a:pt x="-859" y="-717"/>
                </a:moveTo>
                <a:lnTo>
                  <a:pt x="7701958" y="-717"/>
                </a:lnTo>
                <a:lnTo>
                  <a:pt x="7701958" y="516578"/>
                </a:lnTo>
                <a:lnTo>
                  <a:pt x="-859" y="516578"/>
                </a:lnTo>
                <a:close/>
              </a:path>
            </a:pathLst>
          </a:custGeom>
          <a:solidFill>
            <a:srgbClr val="3A3A3A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DF7E271-A1D3-4DAC-8E5E-3BDA9DF1FDE1}"/>
              </a:ext>
            </a:extLst>
          </p:cNvPr>
          <p:cNvSpPr txBox="1"/>
          <p:nvPr/>
        </p:nvSpPr>
        <p:spPr>
          <a:xfrm>
            <a:off x="5099267" y="4653956"/>
            <a:ext cx="1947612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Data Collection</a:t>
            </a:r>
          </a:p>
        </p:txBody>
      </p:sp>
      <p:sp>
        <p:nvSpPr>
          <p:cNvPr id="18" name="Figura a mano libera: forma 17">
            <a:extLst>
              <a:ext uri="{FF2B5EF4-FFF2-40B4-BE49-F238E27FC236}">
                <a16:creationId xmlns:a16="http://schemas.microsoft.com/office/drawing/2014/main" id="{8C78203F-A882-410E-928C-B6CC336CAD98}"/>
              </a:ext>
            </a:extLst>
          </p:cNvPr>
          <p:cNvSpPr/>
          <p:nvPr/>
        </p:nvSpPr>
        <p:spPr>
          <a:xfrm>
            <a:off x="8081354" y="4361445"/>
            <a:ext cx="1319574" cy="652587"/>
          </a:xfrm>
          <a:custGeom>
            <a:avLst/>
            <a:gdLst>
              <a:gd name="connsiteX0" fmla="*/ -1104 w 1319574"/>
              <a:gd name="connsiteY0" fmla="*/ -703 h 652587"/>
              <a:gd name="connsiteX1" fmla="*/ 1318471 w 1319574"/>
              <a:gd name="connsiteY1" fmla="*/ -703 h 652587"/>
              <a:gd name="connsiteX2" fmla="*/ 1318471 w 1319574"/>
              <a:gd name="connsiteY2" fmla="*/ 651885 h 652587"/>
              <a:gd name="connsiteX3" fmla="*/ -1104 w 1319574"/>
              <a:gd name="connsiteY3" fmla="*/ 651885 h 652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9574" h="652587">
                <a:moveTo>
                  <a:pt x="-1104" y="-703"/>
                </a:moveTo>
                <a:lnTo>
                  <a:pt x="1318471" y="-703"/>
                </a:lnTo>
                <a:lnTo>
                  <a:pt x="1318471" y="651885"/>
                </a:lnTo>
                <a:lnTo>
                  <a:pt x="-1104" y="651885"/>
                </a:lnTo>
                <a:close/>
              </a:path>
            </a:pathLst>
          </a:custGeom>
          <a:solidFill>
            <a:srgbClr val="3A3A3A"/>
          </a:solidFill>
          <a:ln w="2384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46D85FF-4240-4A05-AF46-828DDCD421C7}"/>
              </a:ext>
            </a:extLst>
          </p:cNvPr>
          <p:cNvSpPr txBox="1"/>
          <p:nvPr/>
        </p:nvSpPr>
        <p:spPr>
          <a:xfrm>
            <a:off x="8350174" y="4319704"/>
            <a:ext cx="842667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Load 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F6F3C676-C61C-4B12-B72D-4928FC101C46}"/>
              </a:ext>
            </a:extLst>
          </p:cNvPr>
          <p:cNvSpPr txBox="1"/>
          <p:nvPr/>
        </p:nvSpPr>
        <p:spPr>
          <a:xfrm>
            <a:off x="8135544" y="4661914"/>
            <a:ext cx="1176535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Balancer</a:t>
            </a:r>
          </a:p>
        </p:txBody>
      </p:sp>
      <p:sp>
        <p:nvSpPr>
          <p:cNvPr id="21" name="Figura a mano libera: forma 20">
            <a:extLst>
              <a:ext uri="{FF2B5EF4-FFF2-40B4-BE49-F238E27FC236}">
                <a16:creationId xmlns:a16="http://schemas.microsoft.com/office/drawing/2014/main" id="{B99A43BA-540F-4342-97AE-FEE7A2FFD3A9}"/>
              </a:ext>
            </a:extLst>
          </p:cNvPr>
          <p:cNvSpPr/>
          <p:nvPr/>
        </p:nvSpPr>
        <p:spPr>
          <a:xfrm>
            <a:off x="2787157" y="4361445"/>
            <a:ext cx="1009553" cy="652587"/>
          </a:xfrm>
          <a:custGeom>
            <a:avLst/>
            <a:gdLst>
              <a:gd name="connsiteX0" fmla="*/ -600 w 1009553"/>
              <a:gd name="connsiteY0" fmla="*/ -703 h 652587"/>
              <a:gd name="connsiteX1" fmla="*/ 1008954 w 1009553"/>
              <a:gd name="connsiteY1" fmla="*/ -703 h 652587"/>
              <a:gd name="connsiteX2" fmla="*/ 1008954 w 1009553"/>
              <a:gd name="connsiteY2" fmla="*/ 651885 h 652587"/>
              <a:gd name="connsiteX3" fmla="*/ -600 w 1009553"/>
              <a:gd name="connsiteY3" fmla="*/ 651885 h 652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9553" h="652587">
                <a:moveTo>
                  <a:pt x="-600" y="-703"/>
                </a:moveTo>
                <a:lnTo>
                  <a:pt x="1008954" y="-703"/>
                </a:lnTo>
                <a:lnTo>
                  <a:pt x="1008954" y="651885"/>
                </a:lnTo>
                <a:lnTo>
                  <a:pt x="-600" y="651885"/>
                </a:lnTo>
                <a:close/>
              </a:path>
            </a:pathLst>
          </a:custGeom>
          <a:solidFill>
            <a:srgbClr val="3A3A3A"/>
          </a:solidFill>
          <a:ln w="2384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95067A6A-9ABA-4FB5-9354-6869E01B68D1}"/>
              </a:ext>
            </a:extLst>
          </p:cNvPr>
          <p:cNvSpPr txBox="1"/>
          <p:nvPr/>
        </p:nvSpPr>
        <p:spPr>
          <a:xfrm>
            <a:off x="2884504" y="4486830"/>
            <a:ext cx="787022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WAL</a:t>
            </a:r>
          </a:p>
        </p:txBody>
      </p:sp>
      <p:sp>
        <p:nvSpPr>
          <p:cNvPr id="23" name="Figura a mano libera: forma 22">
            <a:extLst>
              <a:ext uri="{FF2B5EF4-FFF2-40B4-BE49-F238E27FC236}">
                <a16:creationId xmlns:a16="http://schemas.microsoft.com/office/drawing/2014/main" id="{CF685A81-91FB-4EF2-9659-77ABC387C9E9}"/>
              </a:ext>
            </a:extLst>
          </p:cNvPr>
          <p:cNvSpPr/>
          <p:nvPr/>
        </p:nvSpPr>
        <p:spPr>
          <a:xfrm>
            <a:off x="7111546" y="1735177"/>
            <a:ext cx="3354580" cy="2562600"/>
          </a:xfrm>
          <a:custGeom>
            <a:avLst/>
            <a:gdLst>
              <a:gd name="connsiteX0" fmla="*/ -1108 w 3354580"/>
              <a:gd name="connsiteY0" fmla="*/ -548 h 2562600"/>
              <a:gd name="connsiteX1" fmla="*/ 3353473 w 3354580"/>
              <a:gd name="connsiteY1" fmla="*/ -548 h 2562600"/>
              <a:gd name="connsiteX2" fmla="*/ 3353473 w 3354580"/>
              <a:gd name="connsiteY2" fmla="*/ 2562053 h 2562600"/>
              <a:gd name="connsiteX3" fmla="*/ -1108 w 3354580"/>
              <a:gd name="connsiteY3" fmla="*/ 2562053 h 2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54580" h="2562600">
                <a:moveTo>
                  <a:pt x="-1108" y="-548"/>
                </a:moveTo>
                <a:lnTo>
                  <a:pt x="3353473" y="-548"/>
                </a:lnTo>
                <a:lnTo>
                  <a:pt x="3353473" y="2562053"/>
                </a:lnTo>
                <a:lnTo>
                  <a:pt x="-1108" y="2562053"/>
                </a:lnTo>
                <a:close/>
              </a:path>
            </a:pathLst>
          </a:custGeom>
          <a:solidFill>
            <a:srgbClr val="E8E8E8"/>
          </a:solidFill>
          <a:ln w="7947" cap="flat">
            <a:solidFill>
              <a:srgbClr val="000000"/>
            </a:solidFill>
            <a:prstDash val="dash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072043F-D5F4-4C51-A23C-328954C2E347}"/>
              </a:ext>
            </a:extLst>
          </p:cNvPr>
          <p:cNvSpPr txBox="1"/>
          <p:nvPr/>
        </p:nvSpPr>
        <p:spPr>
          <a:xfrm>
            <a:off x="7131872" y="1773020"/>
            <a:ext cx="580342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TS 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35B12E7-29C1-47CC-8EA7-981BE94A45D8}"/>
              </a:ext>
            </a:extLst>
          </p:cNvPr>
          <p:cNvSpPr txBox="1"/>
          <p:nvPr/>
        </p:nvSpPr>
        <p:spPr>
          <a:xfrm>
            <a:off x="7530918" y="1757994"/>
            <a:ext cx="1566048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(</a:t>
            </a:r>
            <a:r>
              <a:rPr lang="it-IT" sz="2255" spc="0" baseline="0" dirty="0" err="1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distributed</a:t>
            </a:r>
            <a:r>
              <a:rPr lang="it-IT" sz="2255" spc="0" baseline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)</a:t>
            </a:r>
          </a:p>
        </p:txBody>
      </p:sp>
      <p:sp>
        <p:nvSpPr>
          <p:cNvPr id="26" name="Figura a mano libera: forma 25">
            <a:extLst>
              <a:ext uri="{FF2B5EF4-FFF2-40B4-BE49-F238E27FC236}">
                <a16:creationId xmlns:a16="http://schemas.microsoft.com/office/drawing/2014/main" id="{53F2D937-3B4A-401D-9951-78E5EEB00F9A}"/>
              </a:ext>
            </a:extLst>
          </p:cNvPr>
          <p:cNvSpPr/>
          <p:nvPr/>
        </p:nvSpPr>
        <p:spPr>
          <a:xfrm>
            <a:off x="1729908" y="1719260"/>
            <a:ext cx="5087516" cy="2562600"/>
          </a:xfrm>
          <a:custGeom>
            <a:avLst/>
            <a:gdLst>
              <a:gd name="connsiteX0" fmla="*/ -691 w 5087516"/>
              <a:gd name="connsiteY0" fmla="*/ -547 h 2562600"/>
              <a:gd name="connsiteX1" fmla="*/ 5086826 w 5087516"/>
              <a:gd name="connsiteY1" fmla="*/ -547 h 2562600"/>
              <a:gd name="connsiteX2" fmla="*/ 5086826 w 5087516"/>
              <a:gd name="connsiteY2" fmla="*/ 2562054 h 2562600"/>
              <a:gd name="connsiteX3" fmla="*/ -691 w 5087516"/>
              <a:gd name="connsiteY3" fmla="*/ 2562054 h 2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87516" h="2562600">
                <a:moveTo>
                  <a:pt x="-691" y="-547"/>
                </a:moveTo>
                <a:lnTo>
                  <a:pt x="5086826" y="-547"/>
                </a:lnTo>
                <a:lnTo>
                  <a:pt x="5086826" y="2562054"/>
                </a:lnTo>
                <a:lnTo>
                  <a:pt x="-691" y="2562054"/>
                </a:lnTo>
                <a:close/>
              </a:path>
            </a:pathLst>
          </a:custGeom>
          <a:solidFill>
            <a:srgbClr val="E8E8E8"/>
          </a:solidFill>
          <a:ln w="7947" cap="flat">
            <a:solidFill>
              <a:srgbClr val="000000"/>
            </a:solidFill>
            <a:prstDash val="dash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240342F4-4F7C-4BE9-929F-30BA3FB8E1E0}"/>
              </a:ext>
            </a:extLst>
          </p:cNvPr>
          <p:cNvSpPr txBox="1"/>
          <p:nvPr/>
        </p:nvSpPr>
        <p:spPr>
          <a:xfrm>
            <a:off x="1746769" y="1749144"/>
            <a:ext cx="707530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GS (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9EB8649-2511-4060-85A7-1EDEE077CDA3}"/>
              </a:ext>
            </a:extLst>
          </p:cNvPr>
          <p:cNvSpPr txBox="1"/>
          <p:nvPr/>
        </p:nvSpPr>
        <p:spPr>
          <a:xfrm>
            <a:off x="2279368" y="1749144"/>
            <a:ext cx="1502454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 err="1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centralized</a:t>
            </a:r>
            <a:r>
              <a:rPr lang="it-IT" sz="2255" spc="0" baseline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)</a:t>
            </a:r>
          </a:p>
        </p:txBody>
      </p:sp>
      <p:sp>
        <p:nvSpPr>
          <p:cNvPr id="29" name="Figura a mano libera: forma 28">
            <a:extLst>
              <a:ext uri="{FF2B5EF4-FFF2-40B4-BE49-F238E27FC236}">
                <a16:creationId xmlns:a16="http://schemas.microsoft.com/office/drawing/2014/main" id="{27E025AC-F3FF-4EAB-8852-291BCFE558C9}"/>
              </a:ext>
            </a:extLst>
          </p:cNvPr>
          <p:cNvSpPr/>
          <p:nvPr/>
        </p:nvSpPr>
        <p:spPr>
          <a:xfrm>
            <a:off x="1964411" y="3171666"/>
            <a:ext cx="1375219" cy="915214"/>
          </a:xfrm>
          <a:custGeom>
            <a:avLst/>
            <a:gdLst>
              <a:gd name="connsiteX0" fmla="*/ -541 w 1375219"/>
              <a:gd name="connsiteY0" fmla="*/ 151934 h 915214"/>
              <a:gd name="connsiteX1" fmla="*/ 687069 w 1375219"/>
              <a:gd name="connsiteY1" fmla="*/ -605 h 915214"/>
              <a:gd name="connsiteX2" fmla="*/ 1374679 w 1375219"/>
              <a:gd name="connsiteY2" fmla="*/ 151934 h 915214"/>
              <a:gd name="connsiteX3" fmla="*/ 1374679 w 1375219"/>
              <a:gd name="connsiteY3" fmla="*/ 762071 h 915214"/>
              <a:gd name="connsiteX4" fmla="*/ 687069 w 1375219"/>
              <a:gd name="connsiteY4" fmla="*/ 914610 h 915214"/>
              <a:gd name="connsiteX5" fmla="*/ -541 w 1375219"/>
              <a:gd name="connsiteY5" fmla="*/ 762071 h 91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5219" h="915214">
                <a:moveTo>
                  <a:pt x="-541" y="151934"/>
                </a:moveTo>
                <a:cubicBezTo>
                  <a:pt x="-541" y="67686"/>
                  <a:pt x="307310" y="-605"/>
                  <a:pt x="687069" y="-605"/>
                </a:cubicBezTo>
                <a:cubicBezTo>
                  <a:pt x="1066828" y="-605"/>
                  <a:pt x="1374679" y="67686"/>
                  <a:pt x="1374679" y="151934"/>
                </a:cubicBezTo>
                <a:lnTo>
                  <a:pt x="1374679" y="762071"/>
                </a:lnTo>
                <a:cubicBezTo>
                  <a:pt x="1374679" y="846319"/>
                  <a:pt x="1066828" y="914610"/>
                  <a:pt x="687069" y="914610"/>
                </a:cubicBezTo>
                <a:cubicBezTo>
                  <a:pt x="307310" y="914610"/>
                  <a:pt x="-541" y="846319"/>
                  <a:pt x="-541" y="762071"/>
                </a:cubicBezTo>
                <a:close/>
              </a:path>
            </a:pathLst>
          </a:custGeom>
          <a:solidFill>
            <a:srgbClr val="FFFFFF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30" name="Figura a mano libera: forma 29">
            <a:extLst>
              <a:ext uri="{FF2B5EF4-FFF2-40B4-BE49-F238E27FC236}">
                <a16:creationId xmlns:a16="http://schemas.microsoft.com/office/drawing/2014/main" id="{B96BAC2B-80E1-40E7-8075-1CBBD419E92B}"/>
              </a:ext>
            </a:extLst>
          </p:cNvPr>
          <p:cNvSpPr/>
          <p:nvPr/>
        </p:nvSpPr>
        <p:spPr>
          <a:xfrm>
            <a:off x="1964411" y="3324204"/>
            <a:ext cx="1375219" cy="152530"/>
          </a:xfrm>
          <a:custGeom>
            <a:avLst/>
            <a:gdLst>
              <a:gd name="connsiteX0" fmla="*/ 1374679 w 1375219"/>
              <a:gd name="connsiteY0" fmla="*/ -584 h 152530"/>
              <a:gd name="connsiteX1" fmla="*/ 687069 w 1375219"/>
              <a:gd name="connsiteY1" fmla="*/ 151947 h 152530"/>
              <a:gd name="connsiteX2" fmla="*/ -541 w 1375219"/>
              <a:gd name="connsiteY2" fmla="*/ -584 h 15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5219" h="152530">
                <a:moveTo>
                  <a:pt x="1374679" y="-584"/>
                </a:moveTo>
                <a:cubicBezTo>
                  <a:pt x="1374679" y="83656"/>
                  <a:pt x="1066828" y="151947"/>
                  <a:pt x="687069" y="151947"/>
                </a:cubicBezTo>
                <a:cubicBezTo>
                  <a:pt x="307310" y="151947"/>
                  <a:pt x="-541" y="83656"/>
                  <a:pt x="-541" y="-584"/>
                </a:cubicBezTo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31" name="Figura a mano libera: forma 30">
            <a:extLst>
              <a:ext uri="{FF2B5EF4-FFF2-40B4-BE49-F238E27FC236}">
                <a16:creationId xmlns:a16="http://schemas.microsoft.com/office/drawing/2014/main" id="{58DF8F2A-01BE-4B4C-B2CB-27C2DAFD0EF8}"/>
              </a:ext>
            </a:extLst>
          </p:cNvPr>
          <p:cNvSpPr/>
          <p:nvPr/>
        </p:nvSpPr>
        <p:spPr>
          <a:xfrm>
            <a:off x="1964411" y="3171666"/>
            <a:ext cx="1375219" cy="915214"/>
          </a:xfrm>
          <a:custGeom>
            <a:avLst/>
            <a:gdLst>
              <a:gd name="connsiteX0" fmla="*/ -541 w 1375219"/>
              <a:gd name="connsiteY0" fmla="*/ 151934 h 915214"/>
              <a:gd name="connsiteX1" fmla="*/ 687069 w 1375219"/>
              <a:gd name="connsiteY1" fmla="*/ -605 h 915214"/>
              <a:gd name="connsiteX2" fmla="*/ 1374679 w 1375219"/>
              <a:gd name="connsiteY2" fmla="*/ 151934 h 915214"/>
              <a:gd name="connsiteX3" fmla="*/ 1374679 w 1375219"/>
              <a:gd name="connsiteY3" fmla="*/ 762071 h 915214"/>
              <a:gd name="connsiteX4" fmla="*/ 687069 w 1375219"/>
              <a:gd name="connsiteY4" fmla="*/ 914610 h 915214"/>
              <a:gd name="connsiteX5" fmla="*/ -541 w 1375219"/>
              <a:gd name="connsiteY5" fmla="*/ 762071 h 91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5219" h="915214">
                <a:moveTo>
                  <a:pt x="-541" y="151934"/>
                </a:moveTo>
                <a:cubicBezTo>
                  <a:pt x="-541" y="67686"/>
                  <a:pt x="307310" y="-605"/>
                  <a:pt x="687069" y="-605"/>
                </a:cubicBezTo>
                <a:cubicBezTo>
                  <a:pt x="1066828" y="-605"/>
                  <a:pt x="1374679" y="67686"/>
                  <a:pt x="1374679" y="151934"/>
                </a:cubicBezTo>
                <a:lnTo>
                  <a:pt x="1374679" y="762071"/>
                </a:lnTo>
                <a:cubicBezTo>
                  <a:pt x="1374679" y="846319"/>
                  <a:pt x="1066828" y="914610"/>
                  <a:pt x="687069" y="914610"/>
                </a:cubicBezTo>
                <a:cubicBezTo>
                  <a:pt x="307310" y="914610"/>
                  <a:pt x="-541" y="846319"/>
                  <a:pt x="-541" y="762071"/>
                </a:cubicBezTo>
                <a:close/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8009D1AA-15E1-4357-8040-F6C1D0D3A317}"/>
              </a:ext>
            </a:extLst>
          </p:cNvPr>
          <p:cNvSpPr txBox="1"/>
          <p:nvPr/>
        </p:nvSpPr>
        <p:spPr>
          <a:xfrm>
            <a:off x="2196386" y="3507948"/>
            <a:ext cx="914210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Nodes</a:t>
            </a:r>
          </a:p>
        </p:txBody>
      </p:sp>
      <p:sp>
        <p:nvSpPr>
          <p:cNvPr id="33" name="Figura a mano libera: forma 32">
            <a:extLst>
              <a:ext uri="{FF2B5EF4-FFF2-40B4-BE49-F238E27FC236}">
                <a16:creationId xmlns:a16="http://schemas.microsoft.com/office/drawing/2014/main" id="{BC54AD6B-1354-4BD3-9FF5-8588C397D07D}"/>
              </a:ext>
            </a:extLst>
          </p:cNvPr>
          <p:cNvSpPr/>
          <p:nvPr/>
        </p:nvSpPr>
        <p:spPr>
          <a:xfrm>
            <a:off x="1964411" y="2145034"/>
            <a:ext cx="1375219" cy="915214"/>
          </a:xfrm>
          <a:custGeom>
            <a:avLst/>
            <a:gdLst>
              <a:gd name="connsiteX0" fmla="*/ -541 w 1375219"/>
              <a:gd name="connsiteY0" fmla="*/ 152028 h 915214"/>
              <a:gd name="connsiteX1" fmla="*/ 687069 w 1375219"/>
              <a:gd name="connsiteY1" fmla="*/ -510 h 915214"/>
              <a:gd name="connsiteX2" fmla="*/ 1374679 w 1375219"/>
              <a:gd name="connsiteY2" fmla="*/ 152028 h 915214"/>
              <a:gd name="connsiteX3" fmla="*/ 1374679 w 1375219"/>
              <a:gd name="connsiteY3" fmla="*/ 762166 h 915214"/>
              <a:gd name="connsiteX4" fmla="*/ 687069 w 1375219"/>
              <a:gd name="connsiteY4" fmla="*/ 914705 h 915214"/>
              <a:gd name="connsiteX5" fmla="*/ -541 w 1375219"/>
              <a:gd name="connsiteY5" fmla="*/ 762166 h 91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5219" h="915214">
                <a:moveTo>
                  <a:pt x="-541" y="152028"/>
                </a:moveTo>
                <a:cubicBezTo>
                  <a:pt x="-541" y="67781"/>
                  <a:pt x="307310" y="-510"/>
                  <a:pt x="687069" y="-510"/>
                </a:cubicBezTo>
                <a:cubicBezTo>
                  <a:pt x="1066828" y="-510"/>
                  <a:pt x="1374679" y="67781"/>
                  <a:pt x="1374679" y="152028"/>
                </a:cubicBezTo>
                <a:lnTo>
                  <a:pt x="1374679" y="762166"/>
                </a:lnTo>
                <a:cubicBezTo>
                  <a:pt x="1374679" y="846414"/>
                  <a:pt x="1066828" y="914705"/>
                  <a:pt x="687069" y="914705"/>
                </a:cubicBezTo>
                <a:cubicBezTo>
                  <a:pt x="307310" y="914705"/>
                  <a:pt x="-541" y="846414"/>
                  <a:pt x="-541" y="762166"/>
                </a:cubicBezTo>
                <a:close/>
              </a:path>
            </a:pathLst>
          </a:custGeom>
          <a:solidFill>
            <a:srgbClr val="FFFFFF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34" name="Figura a mano libera: forma 33">
            <a:extLst>
              <a:ext uri="{FF2B5EF4-FFF2-40B4-BE49-F238E27FC236}">
                <a16:creationId xmlns:a16="http://schemas.microsoft.com/office/drawing/2014/main" id="{60A23D87-A104-4400-B871-A2CAEAFDAD0B}"/>
              </a:ext>
            </a:extLst>
          </p:cNvPr>
          <p:cNvSpPr/>
          <p:nvPr/>
        </p:nvSpPr>
        <p:spPr>
          <a:xfrm>
            <a:off x="1964411" y="2297572"/>
            <a:ext cx="1375219" cy="152530"/>
          </a:xfrm>
          <a:custGeom>
            <a:avLst/>
            <a:gdLst>
              <a:gd name="connsiteX0" fmla="*/ 1374679 w 1375219"/>
              <a:gd name="connsiteY0" fmla="*/ -489 h 152530"/>
              <a:gd name="connsiteX1" fmla="*/ 687069 w 1375219"/>
              <a:gd name="connsiteY1" fmla="*/ 152042 h 152530"/>
              <a:gd name="connsiteX2" fmla="*/ -541 w 1375219"/>
              <a:gd name="connsiteY2" fmla="*/ -489 h 15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5219" h="152530">
                <a:moveTo>
                  <a:pt x="1374679" y="-489"/>
                </a:moveTo>
                <a:cubicBezTo>
                  <a:pt x="1374679" y="83751"/>
                  <a:pt x="1066828" y="152042"/>
                  <a:pt x="687069" y="152042"/>
                </a:cubicBezTo>
                <a:cubicBezTo>
                  <a:pt x="307310" y="152042"/>
                  <a:pt x="-541" y="83751"/>
                  <a:pt x="-541" y="-489"/>
                </a:cubicBezTo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35" name="Figura a mano libera: forma 34">
            <a:extLst>
              <a:ext uri="{FF2B5EF4-FFF2-40B4-BE49-F238E27FC236}">
                <a16:creationId xmlns:a16="http://schemas.microsoft.com/office/drawing/2014/main" id="{EC22756F-CA46-40C6-BAE6-475664972966}"/>
              </a:ext>
            </a:extLst>
          </p:cNvPr>
          <p:cNvSpPr/>
          <p:nvPr/>
        </p:nvSpPr>
        <p:spPr>
          <a:xfrm>
            <a:off x="1964411" y="2145034"/>
            <a:ext cx="1375219" cy="915214"/>
          </a:xfrm>
          <a:custGeom>
            <a:avLst/>
            <a:gdLst>
              <a:gd name="connsiteX0" fmla="*/ -541 w 1375219"/>
              <a:gd name="connsiteY0" fmla="*/ 152028 h 915214"/>
              <a:gd name="connsiteX1" fmla="*/ 687069 w 1375219"/>
              <a:gd name="connsiteY1" fmla="*/ -510 h 915214"/>
              <a:gd name="connsiteX2" fmla="*/ 1374679 w 1375219"/>
              <a:gd name="connsiteY2" fmla="*/ 152028 h 915214"/>
              <a:gd name="connsiteX3" fmla="*/ 1374679 w 1375219"/>
              <a:gd name="connsiteY3" fmla="*/ 762166 h 915214"/>
              <a:gd name="connsiteX4" fmla="*/ 687069 w 1375219"/>
              <a:gd name="connsiteY4" fmla="*/ 914705 h 915214"/>
              <a:gd name="connsiteX5" fmla="*/ -541 w 1375219"/>
              <a:gd name="connsiteY5" fmla="*/ 762166 h 91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5219" h="915214">
                <a:moveTo>
                  <a:pt x="-541" y="152028"/>
                </a:moveTo>
                <a:cubicBezTo>
                  <a:pt x="-541" y="67781"/>
                  <a:pt x="307310" y="-510"/>
                  <a:pt x="687069" y="-510"/>
                </a:cubicBezTo>
                <a:cubicBezTo>
                  <a:pt x="1066828" y="-510"/>
                  <a:pt x="1374679" y="67781"/>
                  <a:pt x="1374679" y="152028"/>
                </a:cubicBezTo>
                <a:lnTo>
                  <a:pt x="1374679" y="762166"/>
                </a:lnTo>
                <a:cubicBezTo>
                  <a:pt x="1374679" y="846414"/>
                  <a:pt x="1066828" y="914705"/>
                  <a:pt x="687069" y="914705"/>
                </a:cubicBezTo>
                <a:cubicBezTo>
                  <a:pt x="307310" y="914705"/>
                  <a:pt x="-541" y="846414"/>
                  <a:pt x="-541" y="762166"/>
                </a:cubicBezTo>
                <a:close/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B2E8781C-EA0D-473B-991A-FEDB5DFD4F72}"/>
              </a:ext>
            </a:extLst>
          </p:cNvPr>
          <p:cNvSpPr txBox="1"/>
          <p:nvPr/>
        </p:nvSpPr>
        <p:spPr>
          <a:xfrm>
            <a:off x="2212284" y="2489275"/>
            <a:ext cx="882413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Edges</a:t>
            </a:r>
          </a:p>
        </p:txBody>
      </p:sp>
      <p:sp>
        <p:nvSpPr>
          <p:cNvPr id="37" name="Figura a mano libera: forma 36">
            <a:extLst>
              <a:ext uri="{FF2B5EF4-FFF2-40B4-BE49-F238E27FC236}">
                <a16:creationId xmlns:a16="http://schemas.microsoft.com/office/drawing/2014/main" id="{D3D505D0-A466-4F8B-846C-8528FD9297C6}"/>
              </a:ext>
            </a:extLst>
          </p:cNvPr>
          <p:cNvSpPr/>
          <p:nvPr/>
        </p:nvSpPr>
        <p:spPr>
          <a:xfrm>
            <a:off x="3681447" y="2145034"/>
            <a:ext cx="1367269" cy="915214"/>
          </a:xfrm>
          <a:custGeom>
            <a:avLst/>
            <a:gdLst>
              <a:gd name="connsiteX0" fmla="*/ -699 w 1367269"/>
              <a:gd name="connsiteY0" fmla="*/ 152028 h 915214"/>
              <a:gd name="connsiteX1" fmla="*/ 682936 w 1367269"/>
              <a:gd name="connsiteY1" fmla="*/ -510 h 915214"/>
              <a:gd name="connsiteX2" fmla="*/ 1366571 w 1367269"/>
              <a:gd name="connsiteY2" fmla="*/ 152028 h 915214"/>
              <a:gd name="connsiteX3" fmla="*/ 1366571 w 1367269"/>
              <a:gd name="connsiteY3" fmla="*/ 762166 h 915214"/>
              <a:gd name="connsiteX4" fmla="*/ 682936 w 1367269"/>
              <a:gd name="connsiteY4" fmla="*/ 914705 h 915214"/>
              <a:gd name="connsiteX5" fmla="*/ -699 w 1367269"/>
              <a:gd name="connsiteY5" fmla="*/ 762166 h 91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7269" h="915214">
                <a:moveTo>
                  <a:pt x="-699" y="152028"/>
                </a:moveTo>
                <a:cubicBezTo>
                  <a:pt x="-699" y="67781"/>
                  <a:pt x="305379" y="-510"/>
                  <a:pt x="682936" y="-510"/>
                </a:cubicBezTo>
                <a:cubicBezTo>
                  <a:pt x="1060493" y="-510"/>
                  <a:pt x="1366571" y="67781"/>
                  <a:pt x="1366571" y="152028"/>
                </a:cubicBezTo>
                <a:lnTo>
                  <a:pt x="1366571" y="762166"/>
                </a:lnTo>
                <a:cubicBezTo>
                  <a:pt x="1366571" y="846414"/>
                  <a:pt x="1060493" y="914705"/>
                  <a:pt x="682936" y="914705"/>
                </a:cubicBezTo>
                <a:cubicBezTo>
                  <a:pt x="305379" y="914705"/>
                  <a:pt x="-699" y="846414"/>
                  <a:pt x="-699" y="762166"/>
                </a:cubicBezTo>
                <a:close/>
              </a:path>
            </a:pathLst>
          </a:custGeom>
          <a:solidFill>
            <a:srgbClr val="FFFFFF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38" name="Figura a mano libera: forma 37">
            <a:extLst>
              <a:ext uri="{FF2B5EF4-FFF2-40B4-BE49-F238E27FC236}">
                <a16:creationId xmlns:a16="http://schemas.microsoft.com/office/drawing/2014/main" id="{0775FF01-B0A5-42A2-95FC-E42719EF51E5}"/>
              </a:ext>
            </a:extLst>
          </p:cNvPr>
          <p:cNvSpPr/>
          <p:nvPr/>
        </p:nvSpPr>
        <p:spPr>
          <a:xfrm>
            <a:off x="3681447" y="2297572"/>
            <a:ext cx="1367269" cy="152530"/>
          </a:xfrm>
          <a:custGeom>
            <a:avLst/>
            <a:gdLst>
              <a:gd name="connsiteX0" fmla="*/ 1366571 w 1367269"/>
              <a:gd name="connsiteY0" fmla="*/ -489 h 152530"/>
              <a:gd name="connsiteX1" fmla="*/ 682936 w 1367269"/>
              <a:gd name="connsiteY1" fmla="*/ 152042 h 152530"/>
              <a:gd name="connsiteX2" fmla="*/ -699 w 1367269"/>
              <a:gd name="connsiteY2" fmla="*/ -489 h 15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7269" h="152530">
                <a:moveTo>
                  <a:pt x="1366571" y="-489"/>
                </a:moveTo>
                <a:cubicBezTo>
                  <a:pt x="1366571" y="83751"/>
                  <a:pt x="1060493" y="152042"/>
                  <a:pt x="682936" y="152042"/>
                </a:cubicBezTo>
                <a:cubicBezTo>
                  <a:pt x="305379" y="152042"/>
                  <a:pt x="-699" y="83751"/>
                  <a:pt x="-699" y="-489"/>
                </a:cubicBezTo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39" name="Figura a mano libera: forma 38">
            <a:extLst>
              <a:ext uri="{FF2B5EF4-FFF2-40B4-BE49-F238E27FC236}">
                <a16:creationId xmlns:a16="http://schemas.microsoft.com/office/drawing/2014/main" id="{3F8C1587-9771-438D-9A1E-2FCBE06280DC}"/>
              </a:ext>
            </a:extLst>
          </p:cNvPr>
          <p:cNvSpPr/>
          <p:nvPr/>
        </p:nvSpPr>
        <p:spPr>
          <a:xfrm>
            <a:off x="3681447" y="2145034"/>
            <a:ext cx="1367269" cy="915214"/>
          </a:xfrm>
          <a:custGeom>
            <a:avLst/>
            <a:gdLst>
              <a:gd name="connsiteX0" fmla="*/ -699 w 1367269"/>
              <a:gd name="connsiteY0" fmla="*/ 152028 h 915214"/>
              <a:gd name="connsiteX1" fmla="*/ 682936 w 1367269"/>
              <a:gd name="connsiteY1" fmla="*/ -510 h 915214"/>
              <a:gd name="connsiteX2" fmla="*/ 1366571 w 1367269"/>
              <a:gd name="connsiteY2" fmla="*/ 152028 h 915214"/>
              <a:gd name="connsiteX3" fmla="*/ 1366571 w 1367269"/>
              <a:gd name="connsiteY3" fmla="*/ 762166 h 915214"/>
              <a:gd name="connsiteX4" fmla="*/ 682936 w 1367269"/>
              <a:gd name="connsiteY4" fmla="*/ 914705 h 915214"/>
              <a:gd name="connsiteX5" fmla="*/ -699 w 1367269"/>
              <a:gd name="connsiteY5" fmla="*/ 762166 h 91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7269" h="915214">
                <a:moveTo>
                  <a:pt x="-699" y="152028"/>
                </a:moveTo>
                <a:cubicBezTo>
                  <a:pt x="-699" y="67781"/>
                  <a:pt x="305379" y="-510"/>
                  <a:pt x="682936" y="-510"/>
                </a:cubicBezTo>
                <a:cubicBezTo>
                  <a:pt x="1060493" y="-510"/>
                  <a:pt x="1366571" y="67781"/>
                  <a:pt x="1366571" y="152028"/>
                </a:cubicBezTo>
                <a:lnTo>
                  <a:pt x="1366571" y="762166"/>
                </a:lnTo>
                <a:cubicBezTo>
                  <a:pt x="1366571" y="846414"/>
                  <a:pt x="1060493" y="914705"/>
                  <a:pt x="682936" y="914705"/>
                </a:cubicBezTo>
                <a:cubicBezTo>
                  <a:pt x="305379" y="914705"/>
                  <a:pt x="-699" y="846414"/>
                  <a:pt x="-699" y="762166"/>
                </a:cubicBezTo>
                <a:close/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A7AA08B-23E9-4B6C-990B-C2F1DC542F35}"/>
              </a:ext>
            </a:extLst>
          </p:cNvPr>
          <p:cNvSpPr txBox="1"/>
          <p:nvPr/>
        </p:nvSpPr>
        <p:spPr>
          <a:xfrm>
            <a:off x="3694023" y="2489275"/>
            <a:ext cx="1335520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Properties</a:t>
            </a:r>
          </a:p>
        </p:txBody>
      </p:sp>
      <p:sp>
        <p:nvSpPr>
          <p:cNvPr id="41" name="Figura a mano libera: forma 40">
            <a:extLst>
              <a:ext uri="{FF2B5EF4-FFF2-40B4-BE49-F238E27FC236}">
                <a16:creationId xmlns:a16="http://schemas.microsoft.com/office/drawing/2014/main" id="{D0C157E5-E9C8-4813-BF52-8AFFFA980431}"/>
              </a:ext>
            </a:extLst>
          </p:cNvPr>
          <p:cNvSpPr/>
          <p:nvPr/>
        </p:nvSpPr>
        <p:spPr>
          <a:xfrm>
            <a:off x="3681447" y="3171666"/>
            <a:ext cx="1367269" cy="915214"/>
          </a:xfrm>
          <a:custGeom>
            <a:avLst/>
            <a:gdLst>
              <a:gd name="connsiteX0" fmla="*/ -699 w 1367269"/>
              <a:gd name="connsiteY0" fmla="*/ 151934 h 915214"/>
              <a:gd name="connsiteX1" fmla="*/ 682936 w 1367269"/>
              <a:gd name="connsiteY1" fmla="*/ -605 h 915214"/>
              <a:gd name="connsiteX2" fmla="*/ 1366571 w 1367269"/>
              <a:gd name="connsiteY2" fmla="*/ 151934 h 915214"/>
              <a:gd name="connsiteX3" fmla="*/ 1366571 w 1367269"/>
              <a:gd name="connsiteY3" fmla="*/ 762071 h 915214"/>
              <a:gd name="connsiteX4" fmla="*/ 682936 w 1367269"/>
              <a:gd name="connsiteY4" fmla="*/ 914610 h 915214"/>
              <a:gd name="connsiteX5" fmla="*/ -699 w 1367269"/>
              <a:gd name="connsiteY5" fmla="*/ 762071 h 91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7269" h="915214">
                <a:moveTo>
                  <a:pt x="-699" y="151934"/>
                </a:moveTo>
                <a:cubicBezTo>
                  <a:pt x="-699" y="67686"/>
                  <a:pt x="305379" y="-605"/>
                  <a:pt x="682936" y="-605"/>
                </a:cubicBezTo>
                <a:cubicBezTo>
                  <a:pt x="1060493" y="-605"/>
                  <a:pt x="1366571" y="67686"/>
                  <a:pt x="1366571" y="151934"/>
                </a:cubicBezTo>
                <a:lnTo>
                  <a:pt x="1366571" y="762071"/>
                </a:lnTo>
                <a:cubicBezTo>
                  <a:pt x="1366571" y="846319"/>
                  <a:pt x="1060493" y="914610"/>
                  <a:pt x="682936" y="914610"/>
                </a:cubicBezTo>
                <a:cubicBezTo>
                  <a:pt x="305379" y="914610"/>
                  <a:pt x="-699" y="846319"/>
                  <a:pt x="-699" y="762071"/>
                </a:cubicBezTo>
                <a:close/>
              </a:path>
            </a:pathLst>
          </a:custGeom>
          <a:solidFill>
            <a:srgbClr val="FFFFFF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42" name="Figura a mano libera: forma 41">
            <a:extLst>
              <a:ext uri="{FF2B5EF4-FFF2-40B4-BE49-F238E27FC236}">
                <a16:creationId xmlns:a16="http://schemas.microsoft.com/office/drawing/2014/main" id="{481DB0F4-5696-4216-8FBF-B3FC362C66CB}"/>
              </a:ext>
            </a:extLst>
          </p:cNvPr>
          <p:cNvSpPr/>
          <p:nvPr/>
        </p:nvSpPr>
        <p:spPr>
          <a:xfrm>
            <a:off x="3681447" y="3324204"/>
            <a:ext cx="1367269" cy="152530"/>
          </a:xfrm>
          <a:custGeom>
            <a:avLst/>
            <a:gdLst>
              <a:gd name="connsiteX0" fmla="*/ 1366571 w 1367269"/>
              <a:gd name="connsiteY0" fmla="*/ -584 h 152530"/>
              <a:gd name="connsiteX1" fmla="*/ 682936 w 1367269"/>
              <a:gd name="connsiteY1" fmla="*/ 151947 h 152530"/>
              <a:gd name="connsiteX2" fmla="*/ -699 w 1367269"/>
              <a:gd name="connsiteY2" fmla="*/ -584 h 152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7269" h="152530">
                <a:moveTo>
                  <a:pt x="1366571" y="-584"/>
                </a:moveTo>
                <a:cubicBezTo>
                  <a:pt x="1366571" y="83656"/>
                  <a:pt x="1060493" y="151947"/>
                  <a:pt x="682936" y="151947"/>
                </a:cubicBezTo>
                <a:cubicBezTo>
                  <a:pt x="305379" y="151947"/>
                  <a:pt x="-699" y="83656"/>
                  <a:pt x="-699" y="-584"/>
                </a:cubicBezTo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43" name="Figura a mano libera: forma 42">
            <a:extLst>
              <a:ext uri="{FF2B5EF4-FFF2-40B4-BE49-F238E27FC236}">
                <a16:creationId xmlns:a16="http://schemas.microsoft.com/office/drawing/2014/main" id="{F54F1055-94C5-4B31-8307-18E78388A309}"/>
              </a:ext>
            </a:extLst>
          </p:cNvPr>
          <p:cNvSpPr/>
          <p:nvPr/>
        </p:nvSpPr>
        <p:spPr>
          <a:xfrm>
            <a:off x="3681447" y="3171666"/>
            <a:ext cx="1367269" cy="915214"/>
          </a:xfrm>
          <a:custGeom>
            <a:avLst/>
            <a:gdLst>
              <a:gd name="connsiteX0" fmla="*/ -699 w 1367269"/>
              <a:gd name="connsiteY0" fmla="*/ 151934 h 915214"/>
              <a:gd name="connsiteX1" fmla="*/ 682936 w 1367269"/>
              <a:gd name="connsiteY1" fmla="*/ -605 h 915214"/>
              <a:gd name="connsiteX2" fmla="*/ 1366571 w 1367269"/>
              <a:gd name="connsiteY2" fmla="*/ 151934 h 915214"/>
              <a:gd name="connsiteX3" fmla="*/ 1366571 w 1367269"/>
              <a:gd name="connsiteY3" fmla="*/ 762071 h 915214"/>
              <a:gd name="connsiteX4" fmla="*/ 682936 w 1367269"/>
              <a:gd name="connsiteY4" fmla="*/ 914610 h 915214"/>
              <a:gd name="connsiteX5" fmla="*/ -699 w 1367269"/>
              <a:gd name="connsiteY5" fmla="*/ 762071 h 91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67269" h="915214">
                <a:moveTo>
                  <a:pt x="-699" y="151934"/>
                </a:moveTo>
                <a:cubicBezTo>
                  <a:pt x="-699" y="67686"/>
                  <a:pt x="305379" y="-605"/>
                  <a:pt x="682936" y="-605"/>
                </a:cubicBezTo>
                <a:cubicBezTo>
                  <a:pt x="1060493" y="-605"/>
                  <a:pt x="1366571" y="67686"/>
                  <a:pt x="1366571" y="151934"/>
                </a:cubicBezTo>
                <a:lnTo>
                  <a:pt x="1366571" y="762071"/>
                </a:lnTo>
                <a:cubicBezTo>
                  <a:pt x="1366571" y="846319"/>
                  <a:pt x="1060493" y="914610"/>
                  <a:pt x="682936" y="914610"/>
                </a:cubicBezTo>
                <a:cubicBezTo>
                  <a:pt x="305379" y="914610"/>
                  <a:pt x="-699" y="846319"/>
                  <a:pt x="-699" y="762071"/>
                </a:cubicBezTo>
                <a:close/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7D420665-4349-4167-B146-BF5FCDBFA2A7}"/>
              </a:ext>
            </a:extLst>
          </p:cNvPr>
          <p:cNvSpPr txBox="1"/>
          <p:nvPr/>
        </p:nvSpPr>
        <p:spPr>
          <a:xfrm>
            <a:off x="3749668" y="3340822"/>
            <a:ext cx="1263977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Dynamic </a:t>
            </a: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998FCEB9-9D39-4669-8525-3333DB7695BB}"/>
              </a:ext>
            </a:extLst>
          </p:cNvPr>
          <p:cNvSpPr txBox="1"/>
          <p:nvPr/>
        </p:nvSpPr>
        <p:spPr>
          <a:xfrm>
            <a:off x="3972247" y="3683033"/>
            <a:ext cx="787022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Store</a:t>
            </a:r>
          </a:p>
        </p:txBody>
      </p:sp>
      <p:sp>
        <p:nvSpPr>
          <p:cNvPr id="46" name="Figura a mano libera: forma 45">
            <a:extLst>
              <a:ext uri="{FF2B5EF4-FFF2-40B4-BE49-F238E27FC236}">
                <a16:creationId xmlns:a16="http://schemas.microsoft.com/office/drawing/2014/main" id="{50BDAD4C-2209-42E3-BDAA-4CC3BC869A57}"/>
              </a:ext>
            </a:extLst>
          </p:cNvPr>
          <p:cNvSpPr/>
          <p:nvPr/>
        </p:nvSpPr>
        <p:spPr>
          <a:xfrm>
            <a:off x="8792811" y="2096101"/>
            <a:ext cx="1422914" cy="2005513"/>
          </a:xfrm>
          <a:custGeom>
            <a:avLst/>
            <a:gdLst>
              <a:gd name="connsiteX0" fmla="*/ -1175 w 1422914"/>
              <a:gd name="connsiteY0" fmla="*/ 333704 h 2005513"/>
              <a:gd name="connsiteX1" fmla="*/ 710283 w 1422914"/>
              <a:gd name="connsiteY1" fmla="*/ -548 h 2005513"/>
              <a:gd name="connsiteX2" fmla="*/ 1421740 w 1422914"/>
              <a:gd name="connsiteY2" fmla="*/ 333704 h 2005513"/>
              <a:gd name="connsiteX3" fmla="*/ 1421740 w 1422914"/>
              <a:gd name="connsiteY3" fmla="*/ 1670714 h 2005513"/>
              <a:gd name="connsiteX4" fmla="*/ 710283 w 1422914"/>
              <a:gd name="connsiteY4" fmla="*/ 2004966 h 2005513"/>
              <a:gd name="connsiteX5" fmla="*/ -1175 w 1422914"/>
              <a:gd name="connsiteY5" fmla="*/ 1670714 h 2005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2914" h="2005513">
                <a:moveTo>
                  <a:pt x="-1175" y="333704"/>
                </a:moveTo>
                <a:cubicBezTo>
                  <a:pt x="-1175" y="149102"/>
                  <a:pt x="317351" y="-548"/>
                  <a:pt x="710283" y="-548"/>
                </a:cubicBezTo>
                <a:cubicBezTo>
                  <a:pt x="1103214" y="-548"/>
                  <a:pt x="1421740" y="149102"/>
                  <a:pt x="1421740" y="333704"/>
                </a:cubicBezTo>
                <a:lnTo>
                  <a:pt x="1421740" y="1670714"/>
                </a:lnTo>
                <a:cubicBezTo>
                  <a:pt x="1421740" y="1855316"/>
                  <a:pt x="1103214" y="2004966"/>
                  <a:pt x="710283" y="2004966"/>
                </a:cubicBezTo>
                <a:cubicBezTo>
                  <a:pt x="317351" y="2004966"/>
                  <a:pt x="-1175" y="1855316"/>
                  <a:pt x="-1175" y="1670714"/>
                </a:cubicBezTo>
                <a:close/>
              </a:path>
            </a:pathLst>
          </a:custGeom>
          <a:solidFill>
            <a:srgbClr val="FFFFFF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47" name="Figura a mano libera: forma 46">
            <a:extLst>
              <a:ext uri="{FF2B5EF4-FFF2-40B4-BE49-F238E27FC236}">
                <a16:creationId xmlns:a16="http://schemas.microsoft.com/office/drawing/2014/main" id="{925BC3A6-1C2B-4960-B6B9-82C8328E6ECA}"/>
              </a:ext>
            </a:extLst>
          </p:cNvPr>
          <p:cNvSpPr/>
          <p:nvPr/>
        </p:nvSpPr>
        <p:spPr>
          <a:xfrm>
            <a:off x="8792811" y="2430353"/>
            <a:ext cx="1422914" cy="334252"/>
          </a:xfrm>
          <a:custGeom>
            <a:avLst/>
            <a:gdLst>
              <a:gd name="connsiteX0" fmla="*/ 1421740 w 1422914"/>
              <a:gd name="connsiteY0" fmla="*/ -502 h 334252"/>
              <a:gd name="connsiteX1" fmla="*/ 710283 w 1422914"/>
              <a:gd name="connsiteY1" fmla="*/ 333751 h 334252"/>
              <a:gd name="connsiteX2" fmla="*/ -1175 w 1422914"/>
              <a:gd name="connsiteY2" fmla="*/ -502 h 3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2914" h="334252">
                <a:moveTo>
                  <a:pt x="1421740" y="-502"/>
                </a:moveTo>
                <a:cubicBezTo>
                  <a:pt x="1421740" y="184101"/>
                  <a:pt x="1103214" y="333751"/>
                  <a:pt x="710283" y="333751"/>
                </a:cubicBezTo>
                <a:cubicBezTo>
                  <a:pt x="317351" y="333751"/>
                  <a:pt x="-1175" y="184101"/>
                  <a:pt x="-1175" y="-502"/>
                </a:cubicBezTo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48" name="Figura a mano libera: forma 47">
            <a:extLst>
              <a:ext uri="{FF2B5EF4-FFF2-40B4-BE49-F238E27FC236}">
                <a16:creationId xmlns:a16="http://schemas.microsoft.com/office/drawing/2014/main" id="{BDD65478-C3F0-4F6F-81E3-73EDC5D66CE1}"/>
              </a:ext>
            </a:extLst>
          </p:cNvPr>
          <p:cNvSpPr/>
          <p:nvPr/>
        </p:nvSpPr>
        <p:spPr>
          <a:xfrm>
            <a:off x="8792811" y="2096101"/>
            <a:ext cx="1422914" cy="2005513"/>
          </a:xfrm>
          <a:custGeom>
            <a:avLst/>
            <a:gdLst>
              <a:gd name="connsiteX0" fmla="*/ -1175 w 1422914"/>
              <a:gd name="connsiteY0" fmla="*/ 333704 h 2005513"/>
              <a:gd name="connsiteX1" fmla="*/ 710283 w 1422914"/>
              <a:gd name="connsiteY1" fmla="*/ -548 h 2005513"/>
              <a:gd name="connsiteX2" fmla="*/ 1421740 w 1422914"/>
              <a:gd name="connsiteY2" fmla="*/ 333704 h 2005513"/>
              <a:gd name="connsiteX3" fmla="*/ 1421740 w 1422914"/>
              <a:gd name="connsiteY3" fmla="*/ 1670714 h 2005513"/>
              <a:gd name="connsiteX4" fmla="*/ 710283 w 1422914"/>
              <a:gd name="connsiteY4" fmla="*/ 2004966 h 2005513"/>
              <a:gd name="connsiteX5" fmla="*/ -1175 w 1422914"/>
              <a:gd name="connsiteY5" fmla="*/ 1670714 h 2005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2914" h="2005513">
                <a:moveTo>
                  <a:pt x="-1175" y="333704"/>
                </a:moveTo>
                <a:cubicBezTo>
                  <a:pt x="-1175" y="149102"/>
                  <a:pt x="317351" y="-548"/>
                  <a:pt x="710283" y="-548"/>
                </a:cubicBezTo>
                <a:cubicBezTo>
                  <a:pt x="1103214" y="-548"/>
                  <a:pt x="1421740" y="149102"/>
                  <a:pt x="1421740" y="333704"/>
                </a:cubicBezTo>
                <a:lnTo>
                  <a:pt x="1421740" y="1670714"/>
                </a:lnTo>
                <a:cubicBezTo>
                  <a:pt x="1421740" y="1855316"/>
                  <a:pt x="1103214" y="2004966"/>
                  <a:pt x="710283" y="2004966"/>
                </a:cubicBezTo>
                <a:cubicBezTo>
                  <a:pt x="317351" y="2004966"/>
                  <a:pt x="-1175" y="1855316"/>
                  <a:pt x="-1175" y="1670714"/>
                </a:cubicBezTo>
                <a:close/>
              </a:path>
            </a:pathLst>
          </a:custGeom>
          <a:noFill/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CDC8F708-7CE2-47ED-ADCB-CD731C4BD4A3}"/>
              </a:ext>
            </a:extLst>
          </p:cNvPr>
          <p:cNvSpPr txBox="1"/>
          <p:nvPr/>
        </p:nvSpPr>
        <p:spPr>
          <a:xfrm>
            <a:off x="8743741" y="2901928"/>
            <a:ext cx="755225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Time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0888701B-1F08-4BEA-81D1-E5188E0644A7}"/>
              </a:ext>
            </a:extLst>
          </p:cNvPr>
          <p:cNvSpPr txBox="1"/>
          <p:nvPr/>
        </p:nvSpPr>
        <p:spPr>
          <a:xfrm>
            <a:off x="9337788" y="2901928"/>
            <a:ext cx="914210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-series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7E1ED68E-F389-4EEB-BEDD-E87C5D5D8848}"/>
              </a:ext>
            </a:extLst>
          </p:cNvPr>
          <p:cNvSpPr txBox="1"/>
          <p:nvPr/>
        </p:nvSpPr>
        <p:spPr>
          <a:xfrm>
            <a:off x="9024905" y="3244139"/>
            <a:ext cx="938058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Events</a:t>
            </a:r>
          </a:p>
        </p:txBody>
      </p:sp>
      <p:sp>
        <p:nvSpPr>
          <p:cNvPr id="52" name="Figura a mano libera: forma 51">
            <a:extLst>
              <a:ext uri="{FF2B5EF4-FFF2-40B4-BE49-F238E27FC236}">
                <a16:creationId xmlns:a16="http://schemas.microsoft.com/office/drawing/2014/main" id="{89B4E755-6967-4C1B-A5C3-7B59F1F4CA39}"/>
              </a:ext>
            </a:extLst>
          </p:cNvPr>
          <p:cNvSpPr/>
          <p:nvPr/>
        </p:nvSpPr>
        <p:spPr>
          <a:xfrm>
            <a:off x="7258607" y="2773746"/>
            <a:ext cx="1327523" cy="652587"/>
          </a:xfrm>
          <a:custGeom>
            <a:avLst/>
            <a:gdLst>
              <a:gd name="connsiteX0" fmla="*/ -1028 w 1327523"/>
              <a:gd name="connsiteY0" fmla="*/ -556 h 652587"/>
              <a:gd name="connsiteX1" fmla="*/ 1326496 w 1327523"/>
              <a:gd name="connsiteY1" fmla="*/ -556 h 652587"/>
              <a:gd name="connsiteX2" fmla="*/ 1326496 w 1327523"/>
              <a:gd name="connsiteY2" fmla="*/ 652032 h 652587"/>
              <a:gd name="connsiteX3" fmla="*/ -1028 w 1327523"/>
              <a:gd name="connsiteY3" fmla="*/ 652032 h 652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7523" h="652587">
                <a:moveTo>
                  <a:pt x="-1028" y="-556"/>
                </a:moveTo>
                <a:lnTo>
                  <a:pt x="1326496" y="-556"/>
                </a:lnTo>
                <a:lnTo>
                  <a:pt x="1326496" y="652032"/>
                </a:lnTo>
                <a:lnTo>
                  <a:pt x="-1028" y="652032"/>
                </a:lnTo>
                <a:close/>
              </a:path>
            </a:pathLst>
          </a:custGeom>
          <a:solidFill>
            <a:srgbClr val="3A3A3A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7B373AA6-99D3-44DB-8BDF-4F85089D7C12}"/>
              </a:ext>
            </a:extLst>
          </p:cNvPr>
          <p:cNvSpPr txBox="1"/>
          <p:nvPr/>
        </p:nvSpPr>
        <p:spPr>
          <a:xfrm>
            <a:off x="7475200" y="2705505"/>
            <a:ext cx="953956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Query 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8BDE683B-BE11-45D0-97BC-E81AAD21EB76}"/>
              </a:ext>
            </a:extLst>
          </p:cNvPr>
          <p:cNvSpPr txBox="1"/>
          <p:nvPr/>
        </p:nvSpPr>
        <p:spPr>
          <a:xfrm>
            <a:off x="7316215" y="3047715"/>
            <a:ext cx="1208332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Executor</a:t>
            </a:r>
          </a:p>
        </p:txBody>
      </p:sp>
      <p:sp>
        <p:nvSpPr>
          <p:cNvPr id="55" name="Figura a mano libera: forma 54">
            <a:extLst>
              <a:ext uri="{FF2B5EF4-FFF2-40B4-BE49-F238E27FC236}">
                <a16:creationId xmlns:a16="http://schemas.microsoft.com/office/drawing/2014/main" id="{D8B1BD0A-BA08-48F0-AE24-6DF9134EBF1E}"/>
              </a:ext>
            </a:extLst>
          </p:cNvPr>
          <p:cNvSpPr/>
          <p:nvPr/>
        </p:nvSpPr>
        <p:spPr>
          <a:xfrm>
            <a:off x="5239499" y="3299000"/>
            <a:ext cx="1367269" cy="660546"/>
          </a:xfrm>
          <a:custGeom>
            <a:avLst/>
            <a:gdLst>
              <a:gd name="connsiteX0" fmla="*/ -843 w 1367269"/>
              <a:gd name="connsiteY0" fmla="*/ -605 h 660546"/>
              <a:gd name="connsiteX1" fmla="*/ 1366427 w 1367269"/>
              <a:gd name="connsiteY1" fmla="*/ -605 h 660546"/>
              <a:gd name="connsiteX2" fmla="*/ 1366427 w 1367269"/>
              <a:gd name="connsiteY2" fmla="*/ 659941 h 660546"/>
              <a:gd name="connsiteX3" fmla="*/ -843 w 1367269"/>
              <a:gd name="connsiteY3" fmla="*/ 659941 h 660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269" h="660546">
                <a:moveTo>
                  <a:pt x="-843" y="-605"/>
                </a:moveTo>
                <a:lnTo>
                  <a:pt x="1366427" y="-605"/>
                </a:lnTo>
                <a:lnTo>
                  <a:pt x="1366427" y="659941"/>
                </a:lnTo>
                <a:lnTo>
                  <a:pt x="-843" y="659941"/>
                </a:lnTo>
                <a:close/>
              </a:path>
            </a:pathLst>
          </a:custGeom>
          <a:solidFill>
            <a:srgbClr val="3A3A3A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7CBE79F5-1691-49FB-B4FB-6E8ADF4ABB46}"/>
              </a:ext>
            </a:extLst>
          </p:cNvPr>
          <p:cNvSpPr txBox="1"/>
          <p:nvPr/>
        </p:nvSpPr>
        <p:spPr>
          <a:xfrm>
            <a:off x="5473454" y="3240918"/>
            <a:ext cx="953956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Query 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7D250FDC-2999-41ED-B76B-C701ECBF451F}"/>
              </a:ext>
            </a:extLst>
          </p:cNvPr>
          <p:cNvSpPr txBox="1"/>
          <p:nvPr/>
        </p:nvSpPr>
        <p:spPr>
          <a:xfrm>
            <a:off x="5330367" y="3583129"/>
            <a:ext cx="1176535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Rewriter</a:t>
            </a:r>
          </a:p>
        </p:txBody>
      </p:sp>
      <p:sp>
        <p:nvSpPr>
          <p:cNvPr id="58" name="Figura a mano libera: forma 57">
            <a:extLst>
              <a:ext uri="{FF2B5EF4-FFF2-40B4-BE49-F238E27FC236}">
                <a16:creationId xmlns:a16="http://schemas.microsoft.com/office/drawing/2014/main" id="{95784CBA-3466-4F83-817D-0C9396D433F6}"/>
              </a:ext>
            </a:extLst>
          </p:cNvPr>
          <p:cNvSpPr/>
          <p:nvPr/>
        </p:nvSpPr>
        <p:spPr>
          <a:xfrm>
            <a:off x="5239499" y="2280326"/>
            <a:ext cx="1367269" cy="652587"/>
          </a:xfrm>
          <a:custGeom>
            <a:avLst/>
            <a:gdLst>
              <a:gd name="connsiteX0" fmla="*/ -843 w 1367269"/>
              <a:gd name="connsiteY0" fmla="*/ -510 h 652587"/>
              <a:gd name="connsiteX1" fmla="*/ 1366427 w 1367269"/>
              <a:gd name="connsiteY1" fmla="*/ -510 h 652587"/>
              <a:gd name="connsiteX2" fmla="*/ 1366427 w 1367269"/>
              <a:gd name="connsiteY2" fmla="*/ 652078 h 652587"/>
              <a:gd name="connsiteX3" fmla="*/ -843 w 1367269"/>
              <a:gd name="connsiteY3" fmla="*/ 652078 h 652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7269" h="652587">
                <a:moveTo>
                  <a:pt x="-843" y="-510"/>
                </a:moveTo>
                <a:lnTo>
                  <a:pt x="1366427" y="-510"/>
                </a:lnTo>
                <a:lnTo>
                  <a:pt x="1366427" y="652078"/>
                </a:lnTo>
                <a:lnTo>
                  <a:pt x="-843" y="652078"/>
                </a:lnTo>
                <a:close/>
              </a:path>
            </a:pathLst>
          </a:custGeom>
          <a:solidFill>
            <a:srgbClr val="3A3A3A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BC90176F-C87E-48CE-B542-4FB98F74457F}"/>
              </a:ext>
            </a:extLst>
          </p:cNvPr>
          <p:cNvSpPr txBox="1"/>
          <p:nvPr/>
        </p:nvSpPr>
        <p:spPr>
          <a:xfrm>
            <a:off x="5473454" y="2222245"/>
            <a:ext cx="953956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Query </a:t>
            </a: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4F92EEC0-4568-455F-9BD4-26ADCFE27C71}"/>
              </a:ext>
            </a:extLst>
          </p:cNvPr>
          <p:cNvSpPr txBox="1"/>
          <p:nvPr/>
        </p:nvSpPr>
        <p:spPr>
          <a:xfrm>
            <a:off x="5314469" y="2564455"/>
            <a:ext cx="1208332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Executor</a:t>
            </a:r>
          </a:p>
        </p:txBody>
      </p:sp>
      <p:sp>
        <p:nvSpPr>
          <p:cNvPr id="61" name="Figura a mano libera: forma 60">
            <a:extLst>
              <a:ext uri="{FF2B5EF4-FFF2-40B4-BE49-F238E27FC236}">
                <a16:creationId xmlns:a16="http://schemas.microsoft.com/office/drawing/2014/main" id="{C112C4B9-84B0-4C0C-BCC7-54D60593C164}"/>
              </a:ext>
            </a:extLst>
          </p:cNvPr>
          <p:cNvSpPr/>
          <p:nvPr/>
        </p:nvSpPr>
        <p:spPr>
          <a:xfrm>
            <a:off x="5879413" y="2936893"/>
            <a:ext cx="95390" cy="364653"/>
          </a:xfrm>
          <a:custGeom>
            <a:avLst/>
            <a:gdLst>
              <a:gd name="connsiteX0" fmla="*/ 58776 w 95390"/>
              <a:gd name="connsiteY0" fmla="*/ -558 h 364653"/>
              <a:gd name="connsiteX1" fmla="*/ 58776 w 95390"/>
              <a:gd name="connsiteY1" fmla="*/ 94943 h 364653"/>
              <a:gd name="connsiteX2" fmla="*/ 34928 w 95390"/>
              <a:gd name="connsiteY2" fmla="*/ 94943 h 364653"/>
              <a:gd name="connsiteX3" fmla="*/ 34928 w 95390"/>
              <a:gd name="connsiteY3" fmla="*/ -558 h 364653"/>
              <a:gd name="connsiteX4" fmla="*/ 58776 w 95390"/>
              <a:gd name="connsiteY4" fmla="*/ 166568 h 364653"/>
              <a:gd name="connsiteX5" fmla="*/ 58776 w 95390"/>
              <a:gd name="connsiteY5" fmla="*/ 262069 h 364653"/>
              <a:gd name="connsiteX6" fmla="*/ 34928 w 95390"/>
              <a:gd name="connsiteY6" fmla="*/ 262069 h 364653"/>
              <a:gd name="connsiteX7" fmla="*/ 34928 w 95390"/>
              <a:gd name="connsiteY7" fmla="*/ 166568 h 364653"/>
              <a:gd name="connsiteX8" fmla="*/ 94547 w 95390"/>
              <a:gd name="connsiteY8" fmla="*/ 268595 h 364653"/>
              <a:gd name="connsiteX9" fmla="*/ 46852 w 95390"/>
              <a:gd name="connsiteY9" fmla="*/ 364096 h 364653"/>
              <a:gd name="connsiteX10" fmla="*/ -844 w 95390"/>
              <a:gd name="connsiteY10" fmla="*/ 268595 h 364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5390" h="364653">
                <a:moveTo>
                  <a:pt x="58776" y="-558"/>
                </a:moveTo>
                <a:lnTo>
                  <a:pt x="58776" y="94943"/>
                </a:lnTo>
                <a:lnTo>
                  <a:pt x="34928" y="94943"/>
                </a:lnTo>
                <a:lnTo>
                  <a:pt x="34928" y="-558"/>
                </a:lnTo>
                <a:close/>
                <a:moveTo>
                  <a:pt x="58776" y="166568"/>
                </a:moveTo>
                <a:lnTo>
                  <a:pt x="58776" y="262069"/>
                </a:lnTo>
                <a:lnTo>
                  <a:pt x="34928" y="262069"/>
                </a:lnTo>
                <a:lnTo>
                  <a:pt x="34928" y="166568"/>
                </a:lnTo>
                <a:close/>
                <a:moveTo>
                  <a:pt x="94547" y="268595"/>
                </a:moveTo>
                <a:lnTo>
                  <a:pt x="46852" y="364096"/>
                </a:lnTo>
                <a:lnTo>
                  <a:pt x="-844" y="268595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62" name="Figura a mano libera: forma 61">
            <a:extLst>
              <a:ext uri="{FF2B5EF4-FFF2-40B4-BE49-F238E27FC236}">
                <a16:creationId xmlns:a16="http://schemas.microsoft.com/office/drawing/2014/main" id="{E0D9FEAC-E0E6-4A99-AD5E-586F3B260337}"/>
              </a:ext>
            </a:extLst>
          </p:cNvPr>
          <p:cNvSpPr/>
          <p:nvPr/>
        </p:nvSpPr>
        <p:spPr>
          <a:xfrm flipV="1">
            <a:off x="6603256" y="3104020"/>
            <a:ext cx="659731" cy="536190"/>
          </a:xfrm>
          <a:custGeom>
            <a:avLst/>
            <a:gdLst>
              <a:gd name="connsiteX0" fmla="*/ 15119 w 659731"/>
              <a:gd name="connsiteY0" fmla="*/ 80 h 536190"/>
              <a:gd name="connsiteX1" fmla="*/ 89357 w 659731"/>
              <a:gd name="connsiteY1" fmla="*/ 60050 h 536190"/>
              <a:gd name="connsiteX2" fmla="*/ 74381 w 659731"/>
              <a:gd name="connsiteY2" fmla="*/ 78631 h 536190"/>
              <a:gd name="connsiteX3" fmla="*/ 144 w 659731"/>
              <a:gd name="connsiteY3" fmla="*/ 18660 h 536190"/>
              <a:gd name="connsiteX4" fmla="*/ 145034 w 659731"/>
              <a:gd name="connsiteY4" fmla="*/ 105029 h 536190"/>
              <a:gd name="connsiteX5" fmla="*/ 219272 w 659731"/>
              <a:gd name="connsiteY5" fmla="*/ 164999 h 536190"/>
              <a:gd name="connsiteX6" fmla="*/ 204297 w 659731"/>
              <a:gd name="connsiteY6" fmla="*/ 183581 h 536190"/>
              <a:gd name="connsiteX7" fmla="*/ 130059 w 659731"/>
              <a:gd name="connsiteY7" fmla="*/ 123609 h 536190"/>
              <a:gd name="connsiteX8" fmla="*/ 274950 w 659731"/>
              <a:gd name="connsiteY8" fmla="*/ 209978 h 536190"/>
              <a:gd name="connsiteX9" fmla="*/ 349187 w 659731"/>
              <a:gd name="connsiteY9" fmla="*/ 269949 h 536190"/>
              <a:gd name="connsiteX10" fmla="*/ 334212 w 659731"/>
              <a:gd name="connsiteY10" fmla="*/ 288529 h 536190"/>
              <a:gd name="connsiteX11" fmla="*/ 259974 w 659731"/>
              <a:gd name="connsiteY11" fmla="*/ 228558 h 536190"/>
              <a:gd name="connsiteX12" fmla="*/ 404865 w 659731"/>
              <a:gd name="connsiteY12" fmla="*/ 314927 h 536190"/>
              <a:gd name="connsiteX13" fmla="*/ 479102 w 659731"/>
              <a:gd name="connsiteY13" fmla="*/ 374898 h 536190"/>
              <a:gd name="connsiteX14" fmla="*/ 464127 w 659731"/>
              <a:gd name="connsiteY14" fmla="*/ 393478 h 536190"/>
              <a:gd name="connsiteX15" fmla="*/ 389889 w 659731"/>
              <a:gd name="connsiteY15" fmla="*/ 333508 h 536190"/>
              <a:gd name="connsiteX16" fmla="*/ 534780 w 659731"/>
              <a:gd name="connsiteY16" fmla="*/ 419876 h 536190"/>
              <a:gd name="connsiteX17" fmla="*/ 605498 w 659731"/>
              <a:gd name="connsiteY17" fmla="*/ 477004 h 536190"/>
              <a:gd name="connsiteX18" fmla="*/ 590523 w 659731"/>
              <a:gd name="connsiteY18" fmla="*/ 495584 h 536190"/>
              <a:gd name="connsiteX19" fmla="*/ 519805 w 659731"/>
              <a:gd name="connsiteY19" fmla="*/ 438457 h 536190"/>
              <a:gd name="connsiteX20" fmla="*/ 615589 w 659731"/>
              <a:gd name="connsiteY20" fmla="*/ 439138 h 536190"/>
              <a:gd name="connsiteX21" fmla="*/ 659875 w 659731"/>
              <a:gd name="connsiteY21" fmla="*/ 536270 h 536190"/>
              <a:gd name="connsiteX22" fmla="*/ 555687 w 659731"/>
              <a:gd name="connsiteY22" fmla="*/ 513461 h 536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59731" h="536190">
                <a:moveTo>
                  <a:pt x="15119" y="80"/>
                </a:moveTo>
                <a:lnTo>
                  <a:pt x="89357" y="60050"/>
                </a:lnTo>
                <a:lnTo>
                  <a:pt x="74381" y="78631"/>
                </a:lnTo>
                <a:lnTo>
                  <a:pt x="144" y="18660"/>
                </a:lnTo>
                <a:close/>
                <a:moveTo>
                  <a:pt x="145034" y="105029"/>
                </a:moveTo>
                <a:lnTo>
                  <a:pt x="219272" y="164999"/>
                </a:lnTo>
                <a:lnTo>
                  <a:pt x="204297" y="183581"/>
                </a:lnTo>
                <a:lnTo>
                  <a:pt x="130059" y="123609"/>
                </a:lnTo>
                <a:close/>
                <a:moveTo>
                  <a:pt x="274950" y="209978"/>
                </a:moveTo>
                <a:lnTo>
                  <a:pt x="349187" y="269949"/>
                </a:lnTo>
                <a:lnTo>
                  <a:pt x="334212" y="288529"/>
                </a:lnTo>
                <a:lnTo>
                  <a:pt x="259974" y="228558"/>
                </a:lnTo>
                <a:close/>
                <a:moveTo>
                  <a:pt x="404865" y="314927"/>
                </a:moveTo>
                <a:lnTo>
                  <a:pt x="479102" y="374898"/>
                </a:lnTo>
                <a:lnTo>
                  <a:pt x="464127" y="393478"/>
                </a:lnTo>
                <a:lnTo>
                  <a:pt x="389889" y="333508"/>
                </a:lnTo>
                <a:close/>
                <a:moveTo>
                  <a:pt x="534780" y="419876"/>
                </a:moveTo>
                <a:lnTo>
                  <a:pt x="605498" y="477004"/>
                </a:lnTo>
                <a:lnTo>
                  <a:pt x="590523" y="495584"/>
                </a:lnTo>
                <a:lnTo>
                  <a:pt x="519805" y="438457"/>
                </a:lnTo>
                <a:close/>
                <a:moveTo>
                  <a:pt x="615589" y="439138"/>
                </a:moveTo>
                <a:lnTo>
                  <a:pt x="659875" y="536270"/>
                </a:lnTo>
                <a:lnTo>
                  <a:pt x="555687" y="513461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63" name="Figura a mano libera: forma 62">
            <a:extLst>
              <a:ext uri="{FF2B5EF4-FFF2-40B4-BE49-F238E27FC236}">
                <a16:creationId xmlns:a16="http://schemas.microsoft.com/office/drawing/2014/main" id="{E92AC533-97D3-4853-A1CF-6CBF7F7D79D5}"/>
              </a:ext>
            </a:extLst>
          </p:cNvPr>
          <p:cNvSpPr/>
          <p:nvPr/>
        </p:nvSpPr>
        <p:spPr>
          <a:xfrm>
            <a:off x="6610744" y="2610599"/>
            <a:ext cx="659468" cy="504856"/>
          </a:xfrm>
          <a:custGeom>
            <a:avLst/>
            <a:gdLst>
              <a:gd name="connsiteX0" fmla="*/ 644064 w 659468"/>
              <a:gd name="connsiteY0" fmla="*/ 504322 h 504856"/>
              <a:gd name="connsiteX1" fmla="*/ 55185 w 659468"/>
              <a:gd name="connsiteY1" fmla="*/ 57077 h 504856"/>
              <a:gd name="connsiteX2" fmla="*/ 69572 w 659468"/>
              <a:gd name="connsiteY2" fmla="*/ 38056 h 504856"/>
              <a:gd name="connsiteX3" fmla="*/ 658532 w 659468"/>
              <a:gd name="connsiteY3" fmla="*/ 485302 h 504856"/>
              <a:gd name="connsiteX4" fmla="*/ 46202 w 659468"/>
              <a:gd name="connsiteY4" fmla="*/ 95229 h 504856"/>
              <a:gd name="connsiteX5" fmla="*/ -937 w 659468"/>
              <a:gd name="connsiteY5" fmla="*/ -534 h 504856"/>
              <a:gd name="connsiteX6" fmla="*/ 103913 w 659468"/>
              <a:gd name="connsiteY6" fmla="*/ 19139 h 50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9468" h="504856">
                <a:moveTo>
                  <a:pt x="644064" y="504322"/>
                </a:moveTo>
                <a:lnTo>
                  <a:pt x="55185" y="57077"/>
                </a:lnTo>
                <a:lnTo>
                  <a:pt x="69572" y="38056"/>
                </a:lnTo>
                <a:lnTo>
                  <a:pt x="658532" y="485302"/>
                </a:lnTo>
                <a:close/>
                <a:moveTo>
                  <a:pt x="46202" y="95229"/>
                </a:moveTo>
                <a:lnTo>
                  <a:pt x="-937" y="-534"/>
                </a:lnTo>
                <a:lnTo>
                  <a:pt x="103913" y="19139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64" name="Figura a mano libera: forma 63">
            <a:extLst>
              <a:ext uri="{FF2B5EF4-FFF2-40B4-BE49-F238E27FC236}">
                <a16:creationId xmlns:a16="http://schemas.microsoft.com/office/drawing/2014/main" id="{962469C7-158D-4014-B89C-3921D2F846A6}"/>
              </a:ext>
            </a:extLst>
          </p:cNvPr>
          <p:cNvSpPr/>
          <p:nvPr/>
        </p:nvSpPr>
        <p:spPr>
          <a:xfrm>
            <a:off x="4987828" y="5396036"/>
            <a:ext cx="2212428" cy="829248"/>
          </a:xfrm>
          <a:custGeom>
            <a:avLst/>
            <a:gdLst>
              <a:gd name="connsiteX0" fmla="*/ -859 w 2424519"/>
              <a:gd name="connsiteY0" fmla="*/ -839 h 1376801"/>
              <a:gd name="connsiteX1" fmla="*/ 2423660 w 2424519"/>
              <a:gd name="connsiteY1" fmla="*/ -839 h 1376801"/>
              <a:gd name="connsiteX2" fmla="*/ 2423660 w 2424519"/>
              <a:gd name="connsiteY2" fmla="*/ 1375962 h 1376801"/>
              <a:gd name="connsiteX3" fmla="*/ -859 w 2424519"/>
              <a:gd name="connsiteY3" fmla="*/ 1375962 h 1376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519" h="1376801">
                <a:moveTo>
                  <a:pt x="-859" y="-839"/>
                </a:moveTo>
                <a:lnTo>
                  <a:pt x="2423660" y="-839"/>
                </a:lnTo>
                <a:lnTo>
                  <a:pt x="2423660" y="1375962"/>
                </a:lnTo>
                <a:lnTo>
                  <a:pt x="-859" y="1375962"/>
                </a:lnTo>
                <a:close/>
              </a:path>
            </a:pathLst>
          </a:custGeom>
          <a:solidFill>
            <a:srgbClr val="FFFFFF"/>
          </a:solidFill>
          <a:ln w="11921" cap="flat">
            <a:solidFill>
              <a:srgbClr val="000000"/>
            </a:solidFill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4FC4B3D6-1A27-4D6D-A062-683F455ED12F}"/>
              </a:ext>
            </a:extLst>
          </p:cNvPr>
          <p:cNvSpPr txBox="1"/>
          <p:nvPr/>
        </p:nvSpPr>
        <p:spPr>
          <a:xfrm>
            <a:off x="3899613" y="5601845"/>
            <a:ext cx="1081144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>
                <a:solidFill>
                  <a:srgbClr val="000000"/>
                </a:solidFill>
                <a:latin typeface="Times New Roman"/>
                <a:cs typeface="Times New Roman"/>
                <a:sym typeface="Times New Roman"/>
                <a:rtl val="0"/>
              </a:rPr>
              <a:t>Sources</a:t>
            </a:r>
          </a:p>
        </p:txBody>
      </p:sp>
      <p:grpSp>
        <p:nvGrpSpPr>
          <p:cNvPr id="66" name="Elemento grafico 6">
            <a:extLst>
              <a:ext uri="{FF2B5EF4-FFF2-40B4-BE49-F238E27FC236}">
                <a16:creationId xmlns:a16="http://schemas.microsoft.com/office/drawing/2014/main" id="{19D522B1-5337-465A-B14D-C0A41FE3976B}"/>
              </a:ext>
            </a:extLst>
          </p:cNvPr>
          <p:cNvGrpSpPr/>
          <p:nvPr/>
        </p:nvGrpSpPr>
        <p:grpSpPr>
          <a:xfrm>
            <a:off x="5839305" y="5547287"/>
            <a:ext cx="365760" cy="548640"/>
            <a:chOff x="5774746" y="6012810"/>
            <a:chExt cx="450459" cy="636671"/>
          </a:xfrm>
          <a:solidFill>
            <a:srgbClr val="0F0F0F"/>
          </a:solidFill>
        </p:grpSpPr>
        <p:sp>
          <p:nvSpPr>
            <p:cNvPr id="67" name="Figura a mano libera: forma 66">
              <a:extLst>
                <a:ext uri="{FF2B5EF4-FFF2-40B4-BE49-F238E27FC236}">
                  <a16:creationId xmlns:a16="http://schemas.microsoft.com/office/drawing/2014/main" id="{F85892A1-D26A-4DC3-839E-34EB8B8D585E}"/>
                </a:ext>
              </a:extLst>
            </p:cNvPr>
            <p:cNvSpPr/>
            <p:nvPr/>
          </p:nvSpPr>
          <p:spPr>
            <a:xfrm>
              <a:off x="5854238" y="6211740"/>
              <a:ext cx="265003" cy="238779"/>
            </a:xfrm>
            <a:custGeom>
              <a:avLst/>
              <a:gdLst>
                <a:gd name="connsiteX0" fmla="*/ 130607 w 265003"/>
                <a:gd name="connsiteY0" fmla="*/ 18435 h 238779"/>
                <a:gd name="connsiteX1" fmla="*/ 108326 w 265003"/>
                <a:gd name="connsiteY1" fmla="*/ -666 h 238779"/>
                <a:gd name="connsiteX2" fmla="*/ 82141 w 265003"/>
                <a:gd name="connsiteY2" fmla="*/ 12546 h 238779"/>
                <a:gd name="connsiteX3" fmla="*/ 36774 w 265003"/>
                <a:gd name="connsiteY3" fmla="*/ 92050 h 238779"/>
                <a:gd name="connsiteX4" fmla="*/ 25654 w 265003"/>
                <a:gd name="connsiteY4" fmla="*/ 92050 h 238779"/>
                <a:gd name="connsiteX5" fmla="*/ -849 w 265003"/>
                <a:gd name="connsiteY5" fmla="*/ 118551 h 238779"/>
                <a:gd name="connsiteX6" fmla="*/ 25654 w 265003"/>
                <a:gd name="connsiteY6" fmla="*/ 145052 h 238779"/>
                <a:gd name="connsiteX7" fmla="*/ 52148 w 265003"/>
                <a:gd name="connsiteY7" fmla="*/ 145052 h 238779"/>
                <a:gd name="connsiteX8" fmla="*/ 75153 w 265003"/>
                <a:gd name="connsiteY8" fmla="*/ 131682 h 238779"/>
                <a:gd name="connsiteX9" fmla="*/ 96942 w 265003"/>
                <a:gd name="connsiteY9" fmla="*/ 93561 h 238779"/>
                <a:gd name="connsiteX10" fmla="*/ 132674 w 265003"/>
                <a:gd name="connsiteY10" fmla="*/ 218667 h 238779"/>
                <a:gd name="connsiteX11" fmla="*/ 153660 w 265003"/>
                <a:gd name="connsiteY11" fmla="*/ 237528 h 238779"/>
                <a:gd name="connsiteX12" fmla="*/ 179734 w 265003"/>
                <a:gd name="connsiteY12" fmla="*/ 226785 h 238779"/>
                <a:gd name="connsiteX13" fmla="*/ 238002 w 265003"/>
                <a:gd name="connsiteY13" fmla="*/ 145052 h 238779"/>
                <a:gd name="connsiteX14" fmla="*/ 264155 w 265003"/>
                <a:gd name="connsiteY14" fmla="*/ 118551 h 238779"/>
                <a:gd name="connsiteX15" fmla="*/ 237604 w 265003"/>
                <a:gd name="connsiteY15" fmla="*/ 92050 h 238779"/>
                <a:gd name="connsiteX16" fmla="*/ 224408 w 265003"/>
                <a:gd name="connsiteY16" fmla="*/ 92050 h 238779"/>
                <a:gd name="connsiteX17" fmla="*/ 202787 w 265003"/>
                <a:gd name="connsiteY17" fmla="*/ 103112 h 238779"/>
                <a:gd name="connsiteX18" fmla="*/ 168525 w 265003"/>
                <a:gd name="connsiteY18" fmla="*/ 151180 h 238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5003" h="238779">
                  <a:moveTo>
                    <a:pt x="130607" y="18435"/>
                  </a:moveTo>
                  <a:cubicBezTo>
                    <a:pt x="127666" y="8168"/>
                    <a:pt x="118922" y="687"/>
                    <a:pt x="108326" y="-666"/>
                  </a:cubicBezTo>
                  <a:cubicBezTo>
                    <a:pt x="97745" y="-1939"/>
                    <a:pt x="87427" y="3314"/>
                    <a:pt x="82141" y="12546"/>
                  </a:cubicBezTo>
                  <a:lnTo>
                    <a:pt x="36774" y="92050"/>
                  </a:lnTo>
                  <a:lnTo>
                    <a:pt x="25654" y="92050"/>
                  </a:lnTo>
                  <a:cubicBezTo>
                    <a:pt x="11019" y="92050"/>
                    <a:pt x="-849" y="103908"/>
                    <a:pt x="-849" y="118551"/>
                  </a:cubicBezTo>
                  <a:cubicBezTo>
                    <a:pt x="-849" y="133194"/>
                    <a:pt x="11019" y="145052"/>
                    <a:pt x="25654" y="145052"/>
                  </a:cubicBezTo>
                  <a:lnTo>
                    <a:pt x="52148" y="145052"/>
                  </a:lnTo>
                  <a:cubicBezTo>
                    <a:pt x="61656" y="145052"/>
                    <a:pt x="70440" y="139958"/>
                    <a:pt x="75153" y="131682"/>
                  </a:cubicBezTo>
                  <a:lnTo>
                    <a:pt x="96942" y="93561"/>
                  </a:lnTo>
                  <a:lnTo>
                    <a:pt x="132674" y="218667"/>
                  </a:lnTo>
                  <a:cubicBezTo>
                    <a:pt x="135456" y="228457"/>
                    <a:pt x="143644" y="235778"/>
                    <a:pt x="153660" y="237528"/>
                  </a:cubicBezTo>
                  <a:cubicBezTo>
                    <a:pt x="163677" y="239280"/>
                    <a:pt x="173772" y="235141"/>
                    <a:pt x="179734" y="226785"/>
                  </a:cubicBezTo>
                  <a:lnTo>
                    <a:pt x="238002" y="145052"/>
                  </a:lnTo>
                  <a:cubicBezTo>
                    <a:pt x="252469" y="144894"/>
                    <a:pt x="264155" y="133035"/>
                    <a:pt x="264155" y="118551"/>
                  </a:cubicBezTo>
                  <a:cubicBezTo>
                    <a:pt x="264155" y="103908"/>
                    <a:pt x="252231" y="92050"/>
                    <a:pt x="237604" y="92050"/>
                  </a:cubicBezTo>
                  <a:lnTo>
                    <a:pt x="224408" y="92050"/>
                  </a:lnTo>
                  <a:cubicBezTo>
                    <a:pt x="215824" y="92050"/>
                    <a:pt x="207795" y="96187"/>
                    <a:pt x="202787" y="103112"/>
                  </a:cubicBezTo>
                  <a:lnTo>
                    <a:pt x="168525" y="151180"/>
                  </a:lnTo>
                  <a:close/>
                </a:path>
              </a:pathLst>
            </a:custGeom>
            <a:solidFill>
              <a:srgbClr val="0F0F0F"/>
            </a:solidFill>
            <a:ln w="26489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68" name="Figura a mano libera: forma 67">
              <a:extLst>
                <a:ext uri="{FF2B5EF4-FFF2-40B4-BE49-F238E27FC236}">
                  <a16:creationId xmlns:a16="http://schemas.microsoft.com/office/drawing/2014/main" id="{F9731269-661A-4352-80DB-1AD192FB15F4}"/>
                </a:ext>
              </a:extLst>
            </p:cNvPr>
            <p:cNvSpPr/>
            <p:nvPr/>
          </p:nvSpPr>
          <p:spPr>
            <a:xfrm>
              <a:off x="5774746" y="6012810"/>
              <a:ext cx="450459" cy="636671"/>
            </a:xfrm>
            <a:custGeom>
              <a:avLst/>
              <a:gdLst>
                <a:gd name="connsiteX0" fmla="*/ 78642 w 450459"/>
                <a:gd name="connsiteY0" fmla="*/ 78729 h 636671"/>
                <a:gd name="connsiteX1" fmla="*/ 78642 w 450459"/>
                <a:gd name="connsiteY1" fmla="*/ 105230 h 636671"/>
                <a:gd name="connsiteX2" fmla="*/ -850 w 450459"/>
                <a:gd name="connsiteY2" fmla="*/ 184814 h 636671"/>
                <a:gd name="connsiteX3" fmla="*/ -850 w 450459"/>
                <a:gd name="connsiteY3" fmla="*/ 450148 h 636671"/>
                <a:gd name="connsiteX4" fmla="*/ 78642 w 450459"/>
                <a:gd name="connsiteY4" fmla="*/ 529732 h 636671"/>
                <a:gd name="connsiteX5" fmla="*/ 78642 w 450459"/>
                <a:gd name="connsiteY5" fmla="*/ 556233 h 636671"/>
                <a:gd name="connsiteX6" fmla="*/ 158135 w 450459"/>
                <a:gd name="connsiteY6" fmla="*/ 635817 h 636671"/>
                <a:gd name="connsiteX7" fmla="*/ 264153 w 450459"/>
                <a:gd name="connsiteY7" fmla="*/ 635817 h 636671"/>
                <a:gd name="connsiteX8" fmla="*/ 343646 w 450459"/>
                <a:gd name="connsiteY8" fmla="*/ 556233 h 636671"/>
                <a:gd name="connsiteX9" fmla="*/ 343646 w 450459"/>
                <a:gd name="connsiteY9" fmla="*/ 529732 h 636671"/>
                <a:gd name="connsiteX10" fmla="*/ 423139 w 450459"/>
                <a:gd name="connsiteY10" fmla="*/ 450148 h 636671"/>
                <a:gd name="connsiteX11" fmla="*/ 423139 w 450459"/>
                <a:gd name="connsiteY11" fmla="*/ 343982 h 636671"/>
                <a:gd name="connsiteX12" fmla="*/ 449609 w 450459"/>
                <a:gd name="connsiteY12" fmla="*/ 317481 h 636671"/>
                <a:gd name="connsiteX13" fmla="*/ 423139 w 450459"/>
                <a:gd name="connsiteY13" fmla="*/ 290980 h 636671"/>
                <a:gd name="connsiteX14" fmla="*/ 423139 w 450459"/>
                <a:gd name="connsiteY14" fmla="*/ 184814 h 636671"/>
                <a:gd name="connsiteX15" fmla="*/ 343646 w 450459"/>
                <a:gd name="connsiteY15" fmla="*/ 105230 h 636671"/>
                <a:gd name="connsiteX16" fmla="*/ 343646 w 450459"/>
                <a:gd name="connsiteY16" fmla="*/ 78729 h 636671"/>
                <a:gd name="connsiteX17" fmla="*/ 264153 w 450459"/>
                <a:gd name="connsiteY17" fmla="*/ -855 h 636671"/>
                <a:gd name="connsiteX18" fmla="*/ 158135 w 450459"/>
                <a:gd name="connsiteY18" fmla="*/ -855 h 636671"/>
                <a:gd name="connsiteX19" fmla="*/ 78642 w 450459"/>
                <a:gd name="connsiteY19" fmla="*/ 78729 h 636671"/>
                <a:gd name="connsiteX20" fmla="*/ 158135 w 450459"/>
                <a:gd name="connsiteY20" fmla="*/ 52228 h 636671"/>
                <a:gd name="connsiteX21" fmla="*/ 131640 w 450459"/>
                <a:gd name="connsiteY21" fmla="*/ 78729 h 636671"/>
                <a:gd name="connsiteX22" fmla="*/ 131640 w 450459"/>
                <a:gd name="connsiteY22" fmla="*/ 105230 h 636671"/>
                <a:gd name="connsiteX23" fmla="*/ 290625 w 450459"/>
                <a:gd name="connsiteY23" fmla="*/ 105230 h 636671"/>
                <a:gd name="connsiteX24" fmla="*/ 290625 w 450459"/>
                <a:gd name="connsiteY24" fmla="*/ 78729 h 636671"/>
                <a:gd name="connsiteX25" fmla="*/ 264153 w 450459"/>
                <a:gd name="connsiteY25" fmla="*/ 52228 h 636671"/>
                <a:gd name="connsiteX26" fmla="*/ 78642 w 450459"/>
                <a:gd name="connsiteY26" fmla="*/ 476649 h 636671"/>
                <a:gd name="connsiteX27" fmla="*/ 52147 w 450459"/>
                <a:gd name="connsiteY27" fmla="*/ 450148 h 636671"/>
                <a:gd name="connsiteX28" fmla="*/ 52147 w 450459"/>
                <a:gd name="connsiteY28" fmla="*/ 184814 h 636671"/>
                <a:gd name="connsiteX29" fmla="*/ 78642 w 450459"/>
                <a:gd name="connsiteY29" fmla="*/ 158313 h 636671"/>
                <a:gd name="connsiteX30" fmla="*/ 343646 w 450459"/>
                <a:gd name="connsiteY30" fmla="*/ 158313 h 636671"/>
                <a:gd name="connsiteX31" fmla="*/ 370117 w 450459"/>
                <a:gd name="connsiteY31" fmla="*/ 184814 h 636671"/>
                <a:gd name="connsiteX32" fmla="*/ 370117 w 450459"/>
                <a:gd name="connsiteY32" fmla="*/ 450148 h 636671"/>
                <a:gd name="connsiteX33" fmla="*/ 343646 w 450459"/>
                <a:gd name="connsiteY33" fmla="*/ 476649 h 636671"/>
                <a:gd name="connsiteX34" fmla="*/ 131640 w 450459"/>
                <a:gd name="connsiteY34" fmla="*/ 529732 h 636671"/>
                <a:gd name="connsiteX35" fmla="*/ 290625 w 450459"/>
                <a:gd name="connsiteY35" fmla="*/ 529732 h 636671"/>
                <a:gd name="connsiteX36" fmla="*/ 290625 w 450459"/>
                <a:gd name="connsiteY36" fmla="*/ 556233 h 636671"/>
                <a:gd name="connsiteX37" fmla="*/ 264153 w 450459"/>
                <a:gd name="connsiteY37" fmla="*/ 582734 h 636671"/>
                <a:gd name="connsiteX38" fmla="*/ 158135 w 450459"/>
                <a:gd name="connsiteY38" fmla="*/ 582734 h 636671"/>
                <a:gd name="connsiteX39" fmla="*/ 131640 w 450459"/>
                <a:gd name="connsiteY39" fmla="*/ 556233 h 63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50459" h="636671">
                  <a:moveTo>
                    <a:pt x="78642" y="78729"/>
                  </a:moveTo>
                  <a:lnTo>
                    <a:pt x="78642" y="105230"/>
                  </a:lnTo>
                  <a:cubicBezTo>
                    <a:pt x="34738" y="105230"/>
                    <a:pt x="-850" y="140885"/>
                    <a:pt x="-850" y="184814"/>
                  </a:cubicBezTo>
                  <a:lnTo>
                    <a:pt x="-850" y="450148"/>
                  </a:lnTo>
                  <a:cubicBezTo>
                    <a:pt x="-850" y="494077"/>
                    <a:pt x="34738" y="529732"/>
                    <a:pt x="78642" y="529732"/>
                  </a:cubicBezTo>
                  <a:lnTo>
                    <a:pt x="78642" y="556233"/>
                  </a:lnTo>
                  <a:cubicBezTo>
                    <a:pt x="78642" y="600163"/>
                    <a:pt x="114231" y="635817"/>
                    <a:pt x="158135" y="635817"/>
                  </a:cubicBezTo>
                  <a:lnTo>
                    <a:pt x="264153" y="635817"/>
                  </a:lnTo>
                  <a:cubicBezTo>
                    <a:pt x="308033" y="635817"/>
                    <a:pt x="343646" y="600163"/>
                    <a:pt x="343646" y="556233"/>
                  </a:cubicBezTo>
                  <a:lnTo>
                    <a:pt x="343646" y="529732"/>
                  </a:lnTo>
                  <a:cubicBezTo>
                    <a:pt x="387525" y="529732"/>
                    <a:pt x="423139" y="494077"/>
                    <a:pt x="423139" y="450148"/>
                  </a:cubicBezTo>
                  <a:lnTo>
                    <a:pt x="423139" y="343982"/>
                  </a:lnTo>
                  <a:cubicBezTo>
                    <a:pt x="437765" y="343982"/>
                    <a:pt x="449609" y="332124"/>
                    <a:pt x="449609" y="317481"/>
                  </a:cubicBezTo>
                  <a:cubicBezTo>
                    <a:pt x="449609" y="302838"/>
                    <a:pt x="437765" y="290980"/>
                    <a:pt x="423139" y="290980"/>
                  </a:cubicBezTo>
                  <a:lnTo>
                    <a:pt x="423139" y="184814"/>
                  </a:lnTo>
                  <a:cubicBezTo>
                    <a:pt x="423139" y="140885"/>
                    <a:pt x="387525" y="105230"/>
                    <a:pt x="343646" y="105230"/>
                  </a:cubicBezTo>
                  <a:lnTo>
                    <a:pt x="343646" y="78729"/>
                  </a:lnTo>
                  <a:cubicBezTo>
                    <a:pt x="343646" y="34799"/>
                    <a:pt x="308033" y="-855"/>
                    <a:pt x="264153" y="-855"/>
                  </a:cubicBezTo>
                  <a:lnTo>
                    <a:pt x="158135" y="-855"/>
                  </a:lnTo>
                  <a:cubicBezTo>
                    <a:pt x="114231" y="-855"/>
                    <a:pt x="78642" y="34799"/>
                    <a:pt x="78642" y="78729"/>
                  </a:cubicBezTo>
                  <a:close/>
                  <a:moveTo>
                    <a:pt x="158135" y="52228"/>
                  </a:moveTo>
                  <a:cubicBezTo>
                    <a:pt x="143500" y="52228"/>
                    <a:pt x="131640" y="64086"/>
                    <a:pt x="131640" y="78729"/>
                  </a:cubicBezTo>
                  <a:lnTo>
                    <a:pt x="131640" y="105230"/>
                  </a:lnTo>
                  <a:lnTo>
                    <a:pt x="290625" y="105230"/>
                  </a:lnTo>
                  <a:lnTo>
                    <a:pt x="290625" y="78729"/>
                  </a:lnTo>
                  <a:cubicBezTo>
                    <a:pt x="290625" y="64086"/>
                    <a:pt x="278780" y="52228"/>
                    <a:pt x="264153" y="52228"/>
                  </a:cubicBezTo>
                  <a:close/>
                  <a:moveTo>
                    <a:pt x="78642" y="476649"/>
                  </a:moveTo>
                  <a:cubicBezTo>
                    <a:pt x="64007" y="476649"/>
                    <a:pt x="52147" y="464791"/>
                    <a:pt x="52147" y="450148"/>
                  </a:cubicBezTo>
                  <a:lnTo>
                    <a:pt x="52147" y="184814"/>
                  </a:lnTo>
                  <a:cubicBezTo>
                    <a:pt x="52147" y="170171"/>
                    <a:pt x="64007" y="158313"/>
                    <a:pt x="78642" y="158313"/>
                  </a:cubicBezTo>
                  <a:lnTo>
                    <a:pt x="343646" y="158313"/>
                  </a:lnTo>
                  <a:cubicBezTo>
                    <a:pt x="358273" y="158313"/>
                    <a:pt x="370117" y="170171"/>
                    <a:pt x="370117" y="184814"/>
                  </a:cubicBezTo>
                  <a:lnTo>
                    <a:pt x="370117" y="450148"/>
                  </a:lnTo>
                  <a:cubicBezTo>
                    <a:pt x="370117" y="464791"/>
                    <a:pt x="358273" y="476649"/>
                    <a:pt x="343646" y="476649"/>
                  </a:cubicBezTo>
                  <a:close/>
                  <a:moveTo>
                    <a:pt x="131640" y="529732"/>
                  </a:moveTo>
                  <a:lnTo>
                    <a:pt x="290625" y="529732"/>
                  </a:lnTo>
                  <a:lnTo>
                    <a:pt x="290625" y="556233"/>
                  </a:lnTo>
                  <a:cubicBezTo>
                    <a:pt x="290625" y="570876"/>
                    <a:pt x="278780" y="582734"/>
                    <a:pt x="264153" y="582734"/>
                  </a:cubicBezTo>
                  <a:lnTo>
                    <a:pt x="158135" y="582734"/>
                  </a:lnTo>
                  <a:cubicBezTo>
                    <a:pt x="143500" y="582734"/>
                    <a:pt x="131640" y="570876"/>
                    <a:pt x="131640" y="556233"/>
                  </a:cubicBezTo>
                  <a:close/>
                </a:path>
              </a:pathLst>
            </a:custGeom>
            <a:solidFill>
              <a:srgbClr val="0F0F0F"/>
            </a:solidFill>
            <a:ln w="26489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grpSp>
        <p:nvGrpSpPr>
          <p:cNvPr id="69" name="Elemento grafico 6">
            <a:extLst>
              <a:ext uri="{FF2B5EF4-FFF2-40B4-BE49-F238E27FC236}">
                <a16:creationId xmlns:a16="http://schemas.microsoft.com/office/drawing/2014/main" id="{577C09C9-8E92-4AEE-9EBC-A9EE7C21DF6C}"/>
              </a:ext>
            </a:extLst>
          </p:cNvPr>
          <p:cNvGrpSpPr/>
          <p:nvPr/>
        </p:nvGrpSpPr>
        <p:grpSpPr>
          <a:xfrm>
            <a:off x="6387623" y="5459823"/>
            <a:ext cx="731520" cy="731520"/>
            <a:chOff x="6378725" y="5855964"/>
            <a:chExt cx="845597" cy="838944"/>
          </a:xfrm>
          <a:solidFill>
            <a:srgbClr val="000000"/>
          </a:solidFill>
        </p:grpSpPr>
        <p:sp>
          <p:nvSpPr>
            <p:cNvPr id="70" name="Figura a mano libera: forma 69">
              <a:extLst>
                <a:ext uri="{FF2B5EF4-FFF2-40B4-BE49-F238E27FC236}">
                  <a16:creationId xmlns:a16="http://schemas.microsoft.com/office/drawing/2014/main" id="{A0E09119-2D69-4EEF-B237-91E100F0A09E}"/>
                </a:ext>
              </a:extLst>
            </p:cNvPr>
            <p:cNvSpPr/>
            <p:nvPr/>
          </p:nvSpPr>
          <p:spPr>
            <a:xfrm>
              <a:off x="6727995" y="5855964"/>
              <a:ext cx="468758" cy="319164"/>
            </a:xfrm>
            <a:custGeom>
              <a:avLst/>
              <a:gdLst>
                <a:gd name="connsiteX0" fmla="*/ 468868 w 468758"/>
                <a:gd name="connsiteY0" fmla="*/ 283313 h 319164"/>
                <a:gd name="connsiteX1" fmla="*/ 468868 w 468758"/>
                <a:gd name="connsiteY1" fmla="*/ 36207 h 319164"/>
                <a:gd name="connsiteX2" fmla="*/ 432553 w 468758"/>
                <a:gd name="connsiteY2" fmla="*/ 178 h 319164"/>
                <a:gd name="connsiteX3" fmla="*/ 137530 w 468758"/>
                <a:gd name="connsiteY3" fmla="*/ 178 h 319164"/>
                <a:gd name="connsiteX4" fmla="*/ 101215 w 468758"/>
                <a:gd name="connsiteY4" fmla="*/ 36207 h 319164"/>
                <a:gd name="connsiteX5" fmla="*/ 101215 w 468758"/>
                <a:gd name="connsiteY5" fmla="*/ 273747 h 319164"/>
                <a:gd name="connsiteX6" fmla="*/ 53567 w 468758"/>
                <a:gd name="connsiteY6" fmla="*/ 273747 h 319164"/>
                <a:gd name="connsiteX7" fmla="*/ 27684 w 468758"/>
                <a:gd name="connsiteY7" fmla="*/ 255509 h 319164"/>
                <a:gd name="connsiteX8" fmla="*/ 110 w 468758"/>
                <a:gd name="connsiteY8" fmla="*/ 282866 h 319164"/>
                <a:gd name="connsiteX9" fmla="*/ 27684 w 468758"/>
                <a:gd name="connsiteY9" fmla="*/ 310223 h 319164"/>
                <a:gd name="connsiteX10" fmla="*/ 53567 w 468758"/>
                <a:gd name="connsiteY10" fmla="*/ 291985 h 319164"/>
                <a:gd name="connsiteX11" fmla="*/ 101215 w 468758"/>
                <a:gd name="connsiteY11" fmla="*/ 291985 h 319164"/>
                <a:gd name="connsiteX12" fmla="*/ 101215 w 468758"/>
                <a:gd name="connsiteY12" fmla="*/ 283313 h 319164"/>
                <a:gd name="connsiteX13" fmla="*/ 137530 w 468758"/>
                <a:gd name="connsiteY13" fmla="*/ 319342 h 319164"/>
                <a:gd name="connsiteX14" fmla="*/ 432553 w 468758"/>
                <a:gd name="connsiteY14" fmla="*/ 319342 h 319164"/>
                <a:gd name="connsiteX15" fmla="*/ 468868 w 468758"/>
                <a:gd name="connsiteY15" fmla="*/ 283313 h 319164"/>
                <a:gd name="connsiteX16" fmla="*/ 321806 w 468758"/>
                <a:gd name="connsiteY16" fmla="*/ 291985 h 319164"/>
                <a:gd name="connsiteX17" fmla="*/ 248275 w 468758"/>
                <a:gd name="connsiteY17" fmla="*/ 291985 h 319164"/>
                <a:gd name="connsiteX18" fmla="*/ 248275 w 468758"/>
                <a:gd name="connsiteY18" fmla="*/ 273747 h 319164"/>
                <a:gd name="connsiteX19" fmla="*/ 321806 w 468758"/>
                <a:gd name="connsiteY19" fmla="*/ 273747 h 319164"/>
                <a:gd name="connsiteX20" fmla="*/ 432102 w 468758"/>
                <a:gd name="connsiteY20" fmla="*/ 246391 h 319164"/>
                <a:gd name="connsiteX21" fmla="*/ 137980 w 468758"/>
                <a:gd name="connsiteY21" fmla="*/ 246391 h 319164"/>
                <a:gd name="connsiteX22" fmla="*/ 137980 w 468758"/>
                <a:gd name="connsiteY22" fmla="*/ 36654 h 319164"/>
                <a:gd name="connsiteX23" fmla="*/ 432102 w 468758"/>
                <a:gd name="connsiteY23" fmla="*/ 36654 h 31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68758" h="319164">
                  <a:moveTo>
                    <a:pt x="468868" y="283313"/>
                  </a:moveTo>
                  <a:lnTo>
                    <a:pt x="468868" y="36207"/>
                  </a:lnTo>
                  <a:cubicBezTo>
                    <a:pt x="468868" y="16309"/>
                    <a:pt x="452609" y="178"/>
                    <a:pt x="432553" y="178"/>
                  </a:cubicBezTo>
                  <a:lnTo>
                    <a:pt x="137530" y="178"/>
                  </a:lnTo>
                  <a:cubicBezTo>
                    <a:pt x="117474" y="178"/>
                    <a:pt x="101215" y="16309"/>
                    <a:pt x="101215" y="36207"/>
                  </a:cubicBezTo>
                  <a:lnTo>
                    <a:pt x="101215" y="273747"/>
                  </a:lnTo>
                  <a:lnTo>
                    <a:pt x="53567" y="273747"/>
                  </a:lnTo>
                  <a:cubicBezTo>
                    <a:pt x="49771" y="263142"/>
                    <a:pt x="39670" y="255509"/>
                    <a:pt x="27684" y="255509"/>
                  </a:cubicBezTo>
                  <a:cubicBezTo>
                    <a:pt x="12455" y="255509"/>
                    <a:pt x="110" y="267756"/>
                    <a:pt x="110" y="282866"/>
                  </a:cubicBezTo>
                  <a:cubicBezTo>
                    <a:pt x="110" y="297976"/>
                    <a:pt x="12455" y="310223"/>
                    <a:pt x="27684" y="310223"/>
                  </a:cubicBezTo>
                  <a:cubicBezTo>
                    <a:pt x="39670" y="310223"/>
                    <a:pt x="49771" y="302590"/>
                    <a:pt x="53567" y="291985"/>
                  </a:cubicBezTo>
                  <a:lnTo>
                    <a:pt x="101215" y="291985"/>
                  </a:lnTo>
                  <a:lnTo>
                    <a:pt x="101215" y="283313"/>
                  </a:lnTo>
                  <a:cubicBezTo>
                    <a:pt x="101215" y="303211"/>
                    <a:pt x="117474" y="319342"/>
                    <a:pt x="137530" y="319342"/>
                  </a:cubicBezTo>
                  <a:lnTo>
                    <a:pt x="432553" y="319342"/>
                  </a:lnTo>
                  <a:cubicBezTo>
                    <a:pt x="452609" y="319342"/>
                    <a:pt x="468868" y="303211"/>
                    <a:pt x="468868" y="283313"/>
                  </a:cubicBezTo>
                  <a:close/>
                  <a:moveTo>
                    <a:pt x="321806" y="291985"/>
                  </a:moveTo>
                  <a:lnTo>
                    <a:pt x="248275" y="291985"/>
                  </a:lnTo>
                  <a:lnTo>
                    <a:pt x="248275" y="273747"/>
                  </a:lnTo>
                  <a:lnTo>
                    <a:pt x="321806" y="273747"/>
                  </a:lnTo>
                  <a:close/>
                  <a:moveTo>
                    <a:pt x="432102" y="246391"/>
                  </a:moveTo>
                  <a:lnTo>
                    <a:pt x="137980" y="246391"/>
                  </a:lnTo>
                  <a:lnTo>
                    <a:pt x="137980" y="36654"/>
                  </a:lnTo>
                  <a:lnTo>
                    <a:pt x="432102" y="36654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1" name="Figura a mano libera: forma 70">
              <a:extLst>
                <a:ext uri="{FF2B5EF4-FFF2-40B4-BE49-F238E27FC236}">
                  <a16:creationId xmlns:a16="http://schemas.microsoft.com/office/drawing/2014/main" id="{9829DA82-DE1D-4D06-9B4C-3E3397741F81}"/>
                </a:ext>
              </a:extLst>
            </p:cNvPr>
            <p:cNvSpPr/>
            <p:nvPr/>
          </p:nvSpPr>
          <p:spPr>
            <a:xfrm>
              <a:off x="6896113" y="5956272"/>
              <a:ext cx="227107" cy="100309"/>
            </a:xfrm>
            <a:custGeom>
              <a:avLst/>
              <a:gdLst>
                <a:gd name="connsiteX0" fmla="*/ 60907 w 227107"/>
                <a:gd name="connsiteY0" fmla="*/ 23049 h 100309"/>
                <a:gd name="connsiteX1" fmla="*/ 118857 w 227107"/>
                <a:gd name="connsiteY1" fmla="*/ 96968 h 100309"/>
                <a:gd name="connsiteX2" fmla="*/ 126109 w 227107"/>
                <a:gd name="connsiteY2" fmla="*/ 100488 h 100309"/>
                <a:gd name="connsiteX3" fmla="*/ 126817 w 227107"/>
                <a:gd name="connsiteY3" fmla="*/ 100461 h 100309"/>
                <a:gd name="connsiteX4" fmla="*/ 134143 w 227107"/>
                <a:gd name="connsiteY4" fmla="*/ 95791 h 100309"/>
                <a:gd name="connsiteX5" fmla="*/ 171634 w 227107"/>
                <a:gd name="connsiteY5" fmla="*/ 28830 h 100309"/>
                <a:gd name="connsiteX6" fmla="*/ 182222 w 227107"/>
                <a:gd name="connsiteY6" fmla="*/ 49850 h 100309"/>
                <a:gd name="connsiteX7" fmla="*/ 190448 w 227107"/>
                <a:gd name="connsiteY7" fmla="*/ 54892 h 100309"/>
                <a:gd name="connsiteX8" fmla="*/ 227214 w 227107"/>
                <a:gd name="connsiteY8" fmla="*/ 54892 h 100309"/>
                <a:gd name="connsiteX9" fmla="*/ 227214 w 227107"/>
                <a:gd name="connsiteY9" fmla="*/ 36655 h 100309"/>
                <a:gd name="connsiteX10" fmla="*/ 196129 w 227107"/>
                <a:gd name="connsiteY10" fmla="*/ 36655 h 100309"/>
                <a:gd name="connsiteX11" fmla="*/ 180283 w 227107"/>
                <a:gd name="connsiteY11" fmla="*/ 5222 h 100309"/>
                <a:gd name="connsiteX12" fmla="*/ 172259 w 227107"/>
                <a:gd name="connsiteY12" fmla="*/ 178 h 100309"/>
                <a:gd name="connsiteX13" fmla="*/ 164024 w 227107"/>
                <a:gd name="connsiteY13" fmla="*/ 4875 h 100309"/>
                <a:gd name="connsiteX14" fmla="*/ 124813 w 227107"/>
                <a:gd name="connsiteY14" fmla="*/ 74881 h 100309"/>
                <a:gd name="connsiteX15" fmla="*/ 69013 w 227107"/>
                <a:gd name="connsiteY15" fmla="*/ 3698 h 100309"/>
                <a:gd name="connsiteX16" fmla="*/ 62331 w 227107"/>
                <a:gd name="connsiteY16" fmla="*/ 197 h 100309"/>
                <a:gd name="connsiteX17" fmla="*/ 55254 w 227107"/>
                <a:gd name="connsiteY17" fmla="*/ 2851 h 100309"/>
                <a:gd name="connsiteX18" fmla="*/ 106 w 227107"/>
                <a:gd name="connsiteY18" fmla="*/ 57565 h 100309"/>
                <a:gd name="connsiteX19" fmla="*/ 13102 w 227107"/>
                <a:gd name="connsiteY19" fmla="*/ 70459 h 100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7107" h="100309">
                  <a:moveTo>
                    <a:pt x="60907" y="23049"/>
                  </a:moveTo>
                  <a:lnTo>
                    <a:pt x="118857" y="96968"/>
                  </a:lnTo>
                  <a:cubicBezTo>
                    <a:pt x="120604" y="99193"/>
                    <a:pt x="123279" y="100488"/>
                    <a:pt x="126109" y="100488"/>
                  </a:cubicBezTo>
                  <a:cubicBezTo>
                    <a:pt x="126339" y="100488"/>
                    <a:pt x="126578" y="100479"/>
                    <a:pt x="126817" y="100461"/>
                  </a:cubicBezTo>
                  <a:cubicBezTo>
                    <a:pt x="129896" y="100232"/>
                    <a:pt x="132644" y="98473"/>
                    <a:pt x="134143" y="95791"/>
                  </a:cubicBezTo>
                  <a:lnTo>
                    <a:pt x="171634" y="28830"/>
                  </a:lnTo>
                  <a:lnTo>
                    <a:pt x="182222" y="49850"/>
                  </a:lnTo>
                  <a:cubicBezTo>
                    <a:pt x="183785" y="52941"/>
                    <a:pt x="186965" y="54892"/>
                    <a:pt x="190448" y="54892"/>
                  </a:cubicBezTo>
                  <a:lnTo>
                    <a:pt x="227214" y="54892"/>
                  </a:lnTo>
                  <a:lnTo>
                    <a:pt x="227214" y="36655"/>
                  </a:lnTo>
                  <a:lnTo>
                    <a:pt x="196129" y="36655"/>
                  </a:lnTo>
                  <a:lnTo>
                    <a:pt x="180283" y="5222"/>
                  </a:lnTo>
                  <a:cubicBezTo>
                    <a:pt x="178757" y="2194"/>
                    <a:pt x="175669" y="252"/>
                    <a:pt x="172259" y="178"/>
                  </a:cubicBezTo>
                  <a:cubicBezTo>
                    <a:pt x="168830" y="178"/>
                    <a:pt x="165678" y="1902"/>
                    <a:pt x="164024" y="4875"/>
                  </a:cubicBezTo>
                  <a:lnTo>
                    <a:pt x="124813" y="74881"/>
                  </a:lnTo>
                  <a:lnTo>
                    <a:pt x="69013" y="3698"/>
                  </a:lnTo>
                  <a:cubicBezTo>
                    <a:pt x="67395" y="1629"/>
                    <a:pt x="64969" y="362"/>
                    <a:pt x="62331" y="197"/>
                  </a:cubicBezTo>
                  <a:cubicBezTo>
                    <a:pt x="59601" y="60"/>
                    <a:pt x="57128" y="1000"/>
                    <a:pt x="55254" y="2851"/>
                  </a:cubicBezTo>
                  <a:lnTo>
                    <a:pt x="106" y="57565"/>
                  </a:lnTo>
                  <a:lnTo>
                    <a:pt x="13102" y="70459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2" name="Figura a mano libera: forma 71">
              <a:extLst>
                <a:ext uri="{FF2B5EF4-FFF2-40B4-BE49-F238E27FC236}">
                  <a16:creationId xmlns:a16="http://schemas.microsoft.com/office/drawing/2014/main" id="{AE781A83-5B15-4D9D-91A3-C675F761747B}"/>
                </a:ext>
              </a:extLst>
            </p:cNvPr>
            <p:cNvSpPr/>
            <p:nvPr/>
          </p:nvSpPr>
          <p:spPr>
            <a:xfrm>
              <a:off x="6976160" y="6193366"/>
              <a:ext cx="73530" cy="36475"/>
            </a:xfrm>
            <a:custGeom>
              <a:avLst/>
              <a:gdLst>
                <a:gd name="connsiteX0" fmla="*/ 106 w 73530"/>
                <a:gd name="connsiteY0" fmla="*/ 160 h 36475"/>
                <a:gd name="connsiteX1" fmla="*/ 73636 w 73530"/>
                <a:gd name="connsiteY1" fmla="*/ 160 h 36475"/>
                <a:gd name="connsiteX2" fmla="*/ 73636 w 73530"/>
                <a:gd name="connsiteY2" fmla="*/ 36635 h 36475"/>
                <a:gd name="connsiteX3" fmla="*/ 106 w 73530"/>
                <a:gd name="connsiteY3" fmla="*/ 36635 h 3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0" h="36475">
                  <a:moveTo>
                    <a:pt x="106" y="160"/>
                  </a:moveTo>
                  <a:lnTo>
                    <a:pt x="73636" y="160"/>
                  </a:lnTo>
                  <a:lnTo>
                    <a:pt x="73636" y="36635"/>
                  </a:lnTo>
                  <a:lnTo>
                    <a:pt x="106" y="36635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3" name="Figura a mano libera: forma 72">
              <a:extLst>
                <a:ext uri="{FF2B5EF4-FFF2-40B4-BE49-F238E27FC236}">
                  <a16:creationId xmlns:a16="http://schemas.microsoft.com/office/drawing/2014/main" id="{426E3C1C-7436-4604-9E45-EE7F05E31C03}"/>
                </a:ext>
              </a:extLst>
            </p:cNvPr>
            <p:cNvSpPr/>
            <p:nvPr/>
          </p:nvSpPr>
          <p:spPr>
            <a:xfrm>
              <a:off x="6847482" y="6248080"/>
              <a:ext cx="330885" cy="291807"/>
            </a:xfrm>
            <a:custGeom>
              <a:avLst/>
              <a:gdLst>
                <a:gd name="connsiteX0" fmla="*/ 106 w 330885"/>
                <a:gd name="connsiteY0" fmla="*/ 9261 h 291807"/>
                <a:gd name="connsiteX1" fmla="*/ 106 w 330885"/>
                <a:gd name="connsiteY1" fmla="*/ 282831 h 291807"/>
                <a:gd name="connsiteX2" fmla="*/ 9297 w 330885"/>
                <a:gd name="connsiteY2" fmla="*/ 291951 h 291807"/>
                <a:gd name="connsiteX3" fmla="*/ 321798 w 330885"/>
                <a:gd name="connsiteY3" fmla="*/ 291951 h 291807"/>
                <a:gd name="connsiteX4" fmla="*/ 330991 w 330885"/>
                <a:gd name="connsiteY4" fmla="*/ 282831 h 291807"/>
                <a:gd name="connsiteX5" fmla="*/ 330991 w 330885"/>
                <a:gd name="connsiteY5" fmla="*/ 9261 h 291807"/>
                <a:gd name="connsiteX6" fmla="*/ 321798 w 330885"/>
                <a:gd name="connsiteY6" fmla="*/ 143 h 291807"/>
                <a:gd name="connsiteX7" fmla="*/ 9297 w 330885"/>
                <a:gd name="connsiteY7" fmla="*/ 143 h 291807"/>
                <a:gd name="connsiteX8" fmla="*/ 106 w 330885"/>
                <a:gd name="connsiteY8" fmla="*/ 9261 h 291807"/>
                <a:gd name="connsiteX9" fmla="*/ 18488 w 330885"/>
                <a:gd name="connsiteY9" fmla="*/ 18381 h 291807"/>
                <a:gd name="connsiteX10" fmla="*/ 312610 w 330885"/>
                <a:gd name="connsiteY10" fmla="*/ 18381 h 291807"/>
                <a:gd name="connsiteX11" fmla="*/ 312610 w 330885"/>
                <a:gd name="connsiteY11" fmla="*/ 273712 h 291807"/>
                <a:gd name="connsiteX12" fmla="*/ 18488 w 330885"/>
                <a:gd name="connsiteY12" fmla="*/ 273712 h 29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885" h="291807">
                  <a:moveTo>
                    <a:pt x="106" y="9261"/>
                  </a:moveTo>
                  <a:lnTo>
                    <a:pt x="106" y="282831"/>
                  </a:lnTo>
                  <a:cubicBezTo>
                    <a:pt x="106" y="287874"/>
                    <a:pt x="4214" y="291951"/>
                    <a:pt x="9297" y="291951"/>
                  </a:cubicBezTo>
                  <a:lnTo>
                    <a:pt x="321798" y="291951"/>
                  </a:lnTo>
                  <a:cubicBezTo>
                    <a:pt x="326884" y="291951"/>
                    <a:pt x="330991" y="287874"/>
                    <a:pt x="330991" y="282831"/>
                  </a:cubicBezTo>
                  <a:lnTo>
                    <a:pt x="330991" y="9261"/>
                  </a:lnTo>
                  <a:cubicBezTo>
                    <a:pt x="330991" y="4219"/>
                    <a:pt x="326884" y="143"/>
                    <a:pt x="321798" y="143"/>
                  </a:cubicBezTo>
                  <a:lnTo>
                    <a:pt x="9297" y="143"/>
                  </a:lnTo>
                  <a:cubicBezTo>
                    <a:pt x="4214" y="143"/>
                    <a:pt x="106" y="4219"/>
                    <a:pt x="106" y="9261"/>
                  </a:cubicBezTo>
                  <a:close/>
                  <a:moveTo>
                    <a:pt x="18488" y="18381"/>
                  </a:moveTo>
                  <a:lnTo>
                    <a:pt x="312610" y="18381"/>
                  </a:lnTo>
                  <a:lnTo>
                    <a:pt x="312610" y="273712"/>
                  </a:lnTo>
                  <a:lnTo>
                    <a:pt x="18488" y="273712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4" name="Figura a mano libera: forma 73">
              <a:extLst>
                <a:ext uri="{FF2B5EF4-FFF2-40B4-BE49-F238E27FC236}">
                  <a16:creationId xmlns:a16="http://schemas.microsoft.com/office/drawing/2014/main" id="{BEC73FB2-6286-4BD8-866F-8A105F23938D}"/>
                </a:ext>
              </a:extLst>
            </p:cNvPr>
            <p:cNvSpPr/>
            <p:nvPr/>
          </p:nvSpPr>
          <p:spPr>
            <a:xfrm>
              <a:off x="6893438" y="6302794"/>
              <a:ext cx="55147" cy="155023"/>
            </a:xfrm>
            <a:custGeom>
              <a:avLst/>
              <a:gdLst>
                <a:gd name="connsiteX0" fmla="*/ 114 w 55147"/>
                <a:gd name="connsiteY0" fmla="*/ 144 h 155023"/>
                <a:gd name="connsiteX1" fmla="*/ 55262 w 55147"/>
                <a:gd name="connsiteY1" fmla="*/ 144 h 155023"/>
                <a:gd name="connsiteX2" fmla="*/ 55262 w 55147"/>
                <a:gd name="connsiteY2" fmla="*/ 155167 h 155023"/>
                <a:gd name="connsiteX3" fmla="*/ 114 w 55147"/>
                <a:gd name="connsiteY3" fmla="*/ 155167 h 155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147" h="155023">
                  <a:moveTo>
                    <a:pt x="114" y="144"/>
                  </a:moveTo>
                  <a:lnTo>
                    <a:pt x="55262" y="144"/>
                  </a:lnTo>
                  <a:lnTo>
                    <a:pt x="55262" y="155167"/>
                  </a:lnTo>
                  <a:lnTo>
                    <a:pt x="114" y="155167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5" name="Figura a mano libera: forma 74">
              <a:extLst>
                <a:ext uri="{FF2B5EF4-FFF2-40B4-BE49-F238E27FC236}">
                  <a16:creationId xmlns:a16="http://schemas.microsoft.com/office/drawing/2014/main" id="{6DD2B0EE-2008-46F6-BA5E-B5F99C40BF46}"/>
                </a:ext>
              </a:extLst>
            </p:cNvPr>
            <p:cNvSpPr/>
            <p:nvPr/>
          </p:nvSpPr>
          <p:spPr>
            <a:xfrm>
              <a:off x="6985352" y="6375746"/>
              <a:ext cx="55147" cy="82070"/>
            </a:xfrm>
            <a:custGeom>
              <a:avLst/>
              <a:gdLst>
                <a:gd name="connsiteX0" fmla="*/ 106 w 55147"/>
                <a:gd name="connsiteY0" fmla="*/ 141 h 82070"/>
                <a:gd name="connsiteX1" fmla="*/ 55253 w 55147"/>
                <a:gd name="connsiteY1" fmla="*/ 141 h 82070"/>
                <a:gd name="connsiteX2" fmla="*/ 55253 w 55147"/>
                <a:gd name="connsiteY2" fmla="*/ 82211 h 82070"/>
                <a:gd name="connsiteX3" fmla="*/ 106 w 55147"/>
                <a:gd name="connsiteY3" fmla="*/ 82211 h 8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147" h="82070">
                  <a:moveTo>
                    <a:pt x="106" y="141"/>
                  </a:moveTo>
                  <a:lnTo>
                    <a:pt x="55253" y="141"/>
                  </a:lnTo>
                  <a:lnTo>
                    <a:pt x="55253" y="82211"/>
                  </a:lnTo>
                  <a:lnTo>
                    <a:pt x="106" y="82211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6" name="Figura a mano libera: forma 75">
              <a:extLst>
                <a:ext uri="{FF2B5EF4-FFF2-40B4-BE49-F238E27FC236}">
                  <a16:creationId xmlns:a16="http://schemas.microsoft.com/office/drawing/2014/main" id="{1FA728A0-D439-4CC6-BAC9-77E9C017079D}"/>
                </a:ext>
              </a:extLst>
            </p:cNvPr>
            <p:cNvSpPr/>
            <p:nvPr/>
          </p:nvSpPr>
          <p:spPr>
            <a:xfrm>
              <a:off x="7077264" y="6330151"/>
              <a:ext cx="55147" cy="127666"/>
            </a:xfrm>
            <a:custGeom>
              <a:avLst/>
              <a:gdLst>
                <a:gd name="connsiteX0" fmla="*/ 97 w 55147"/>
                <a:gd name="connsiteY0" fmla="*/ 143 h 127666"/>
                <a:gd name="connsiteX1" fmla="*/ 55245 w 55147"/>
                <a:gd name="connsiteY1" fmla="*/ 143 h 127666"/>
                <a:gd name="connsiteX2" fmla="*/ 55245 w 55147"/>
                <a:gd name="connsiteY2" fmla="*/ 127809 h 127666"/>
                <a:gd name="connsiteX3" fmla="*/ 97 w 55147"/>
                <a:gd name="connsiteY3" fmla="*/ 127809 h 12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147" h="127666">
                  <a:moveTo>
                    <a:pt x="97" y="143"/>
                  </a:moveTo>
                  <a:lnTo>
                    <a:pt x="55245" y="143"/>
                  </a:lnTo>
                  <a:lnTo>
                    <a:pt x="55245" y="127809"/>
                  </a:lnTo>
                  <a:lnTo>
                    <a:pt x="97" y="127809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7" name="Figura a mano libera: forma 76">
              <a:extLst>
                <a:ext uri="{FF2B5EF4-FFF2-40B4-BE49-F238E27FC236}">
                  <a16:creationId xmlns:a16="http://schemas.microsoft.com/office/drawing/2014/main" id="{F4E6B7C2-924D-477F-B742-6F5CAFC5D0C7}"/>
                </a:ext>
              </a:extLst>
            </p:cNvPr>
            <p:cNvSpPr/>
            <p:nvPr/>
          </p:nvSpPr>
          <p:spPr>
            <a:xfrm>
              <a:off x="6911821" y="6485174"/>
              <a:ext cx="18382" cy="18237"/>
            </a:xfrm>
            <a:custGeom>
              <a:avLst/>
              <a:gdLst>
                <a:gd name="connsiteX0" fmla="*/ 114 w 18382"/>
                <a:gd name="connsiteY0" fmla="*/ 133 h 18237"/>
                <a:gd name="connsiteX1" fmla="*/ 18497 w 18382"/>
                <a:gd name="connsiteY1" fmla="*/ 133 h 18237"/>
                <a:gd name="connsiteX2" fmla="*/ 18497 w 18382"/>
                <a:gd name="connsiteY2" fmla="*/ 18371 h 18237"/>
                <a:gd name="connsiteX3" fmla="*/ 114 w 18382"/>
                <a:gd name="connsiteY3" fmla="*/ 18371 h 18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2" h="18237">
                  <a:moveTo>
                    <a:pt x="114" y="133"/>
                  </a:moveTo>
                  <a:lnTo>
                    <a:pt x="18497" y="133"/>
                  </a:lnTo>
                  <a:lnTo>
                    <a:pt x="18497" y="18371"/>
                  </a:lnTo>
                  <a:lnTo>
                    <a:pt x="114" y="18371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8" name="Figura a mano libera: forma 77">
              <a:extLst>
                <a:ext uri="{FF2B5EF4-FFF2-40B4-BE49-F238E27FC236}">
                  <a16:creationId xmlns:a16="http://schemas.microsoft.com/office/drawing/2014/main" id="{195C11E2-1FF8-4D21-B369-08B947D1EAF6}"/>
                </a:ext>
              </a:extLst>
            </p:cNvPr>
            <p:cNvSpPr/>
            <p:nvPr/>
          </p:nvSpPr>
          <p:spPr>
            <a:xfrm>
              <a:off x="7003734" y="6485174"/>
              <a:ext cx="18382" cy="18237"/>
            </a:xfrm>
            <a:custGeom>
              <a:avLst/>
              <a:gdLst>
                <a:gd name="connsiteX0" fmla="*/ 106 w 18382"/>
                <a:gd name="connsiteY0" fmla="*/ 133 h 18237"/>
                <a:gd name="connsiteX1" fmla="*/ 18489 w 18382"/>
                <a:gd name="connsiteY1" fmla="*/ 133 h 18237"/>
                <a:gd name="connsiteX2" fmla="*/ 18489 w 18382"/>
                <a:gd name="connsiteY2" fmla="*/ 18371 h 18237"/>
                <a:gd name="connsiteX3" fmla="*/ 106 w 18382"/>
                <a:gd name="connsiteY3" fmla="*/ 18371 h 18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2" h="18237">
                  <a:moveTo>
                    <a:pt x="106" y="133"/>
                  </a:moveTo>
                  <a:lnTo>
                    <a:pt x="18489" y="133"/>
                  </a:lnTo>
                  <a:lnTo>
                    <a:pt x="18489" y="18371"/>
                  </a:lnTo>
                  <a:lnTo>
                    <a:pt x="106" y="18371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79" name="Figura a mano libera: forma 78">
              <a:extLst>
                <a:ext uri="{FF2B5EF4-FFF2-40B4-BE49-F238E27FC236}">
                  <a16:creationId xmlns:a16="http://schemas.microsoft.com/office/drawing/2014/main" id="{4538BF4A-32DD-4AAA-A71F-41A16D6B6F1E}"/>
                </a:ext>
              </a:extLst>
            </p:cNvPr>
            <p:cNvSpPr/>
            <p:nvPr/>
          </p:nvSpPr>
          <p:spPr>
            <a:xfrm>
              <a:off x="7095647" y="6485174"/>
              <a:ext cx="18382" cy="18237"/>
            </a:xfrm>
            <a:custGeom>
              <a:avLst/>
              <a:gdLst>
                <a:gd name="connsiteX0" fmla="*/ 97 w 18382"/>
                <a:gd name="connsiteY0" fmla="*/ 133 h 18237"/>
                <a:gd name="connsiteX1" fmla="*/ 18479 w 18382"/>
                <a:gd name="connsiteY1" fmla="*/ 133 h 18237"/>
                <a:gd name="connsiteX2" fmla="*/ 18479 w 18382"/>
                <a:gd name="connsiteY2" fmla="*/ 18371 h 18237"/>
                <a:gd name="connsiteX3" fmla="*/ 97 w 18382"/>
                <a:gd name="connsiteY3" fmla="*/ 18371 h 18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82" h="18237">
                  <a:moveTo>
                    <a:pt x="97" y="133"/>
                  </a:moveTo>
                  <a:lnTo>
                    <a:pt x="18479" y="133"/>
                  </a:lnTo>
                  <a:lnTo>
                    <a:pt x="18479" y="18371"/>
                  </a:lnTo>
                  <a:lnTo>
                    <a:pt x="97" y="18371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80" name="Figura a mano libera: forma 79">
              <a:extLst>
                <a:ext uri="{FF2B5EF4-FFF2-40B4-BE49-F238E27FC236}">
                  <a16:creationId xmlns:a16="http://schemas.microsoft.com/office/drawing/2014/main" id="{A24F5A3B-F662-4478-A571-1516BC3B9C71}"/>
                </a:ext>
              </a:extLst>
            </p:cNvPr>
            <p:cNvSpPr/>
            <p:nvPr/>
          </p:nvSpPr>
          <p:spPr>
            <a:xfrm>
              <a:off x="6621008" y="6230189"/>
              <a:ext cx="79063" cy="78441"/>
            </a:xfrm>
            <a:custGeom>
              <a:avLst/>
              <a:gdLst>
                <a:gd name="connsiteX0" fmla="*/ 61177 w 79063"/>
                <a:gd name="connsiteY0" fmla="*/ 78595 h 78441"/>
                <a:gd name="connsiteX1" fmla="*/ 79202 w 79063"/>
                <a:gd name="connsiteY1" fmla="*/ 75012 h 78441"/>
                <a:gd name="connsiteX2" fmla="*/ 3750 w 79063"/>
                <a:gd name="connsiteY2" fmla="*/ 154 h 78441"/>
                <a:gd name="connsiteX3" fmla="*/ 138 w 79063"/>
                <a:gd name="connsiteY3" fmla="*/ 18037 h 78441"/>
                <a:gd name="connsiteX4" fmla="*/ 61177 w 79063"/>
                <a:gd name="connsiteY4" fmla="*/ 78595 h 784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63" h="78441">
                  <a:moveTo>
                    <a:pt x="61177" y="78595"/>
                  </a:moveTo>
                  <a:lnTo>
                    <a:pt x="79202" y="75012"/>
                  </a:lnTo>
                  <a:cubicBezTo>
                    <a:pt x="71564" y="37113"/>
                    <a:pt x="41949" y="7732"/>
                    <a:pt x="3750" y="154"/>
                  </a:cubicBezTo>
                  <a:lnTo>
                    <a:pt x="138" y="18037"/>
                  </a:lnTo>
                  <a:cubicBezTo>
                    <a:pt x="31049" y="24165"/>
                    <a:pt x="55001" y="47928"/>
                    <a:pt x="61177" y="78595"/>
                  </a:cubicBez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81" name="Figura a mano libera: forma 80">
              <a:extLst>
                <a:ext uri="{FF2B5EF4-FFF2-40B4-BE49-F238E27FC236}">
                  <a16:creationId xmlns:a16="http://schemas.microsoft.com/office/drawing/2014/main" id="{F97321CB-4E28-4A6B-96B8-4B3C289DF861}"/>
                </a:ext>
              </a:extLst>
            </p:cNvPr>
            <p:cNvSpPr/>
            <p:nvPr/>
          </p:nvSpPr>
          <p:spPr>
            <a:xfrm>
              <a:off x="6597157" y="6275610"/>
              <a:ext cx="57123" cy="56674"/>
            </a:xfrm>
            <a:custGeom>
              <a:avLst/>
              <a:gdLst>
                <a:gd name="connsiteX0" fmla="*/ 39820 w 57123"/>
                <a:gd name="connsiteY0" fmla="*/ 56825 h 56674"/>
                <a:gd name="connsiteX1" fmla="*/ 57265 w 57123"/>
                <a:gd name="connsiteY1" fmla="*/ 51053 h 56674"/>
                <a:gd name="connsiteX2" fmla="*/ 5959 w 57123"/>
                <a:gd name="connsiteY2" fmla="*/ 151 h 56674"/>
                <a:gd name="connsiteX3" fmla="*/ 141 w 57123"/>
                <a:gd name="connsiteY3" fmla="*/ 17459 h 56674"/>
                <a:gd name="connsiteX4" fmla="*/ 39820 w 57123"/>
                <a:gd name="connsiteY4" fmla="*/ 56825 h 56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23" h="56674">
                  <a:moveTo>
                    <a:pt x="39820" y="56825"/>
                  </a:moveTo>
                  <a:lnTo>
                    <a:pt x="57265" y="51053"/>
                  </a:lnTo>
                  <a:cubicBezTo>
                    <a:pt x="49232" y="27143"/>
                    <a:pt x="30059" y="8121"/>
                    <a:pt x="5959" y="151"/>
                  </a:cubicBezTo>
                  <a:lnTo>
                    <a:pt x="141" y="17459"/>
                  </a:lnTo>
                  <a:cubicBezTo>
                    <a:pt x="18790" y="23623"/>
                    <a:pt x="33616" y="38332"/>
                    <a:pt x="39820" y="56825"/>
                  </a:cubicBez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82" name="Figura a mano libera: forma 81">
              <a:extLst>
                <a:ext uri="{FF2B5EF4-FFF2-40B4-BE49-F238E27FC236}">
                  <a16:creationId xmlns:a16="http://schemas.microsoft.com/office/drawing/2014/main" id="{BB843EBF-A031-4F1A-A44F-BF84BE7E2E95}"/>
                </a:ext>
              </a:extLst>
            </p:cNvPr>
            <p:cNvSpPr/>
            <p:nvPr/>
          </p:nvSpPr>
          <p:spPr>
            <a:xfrm>
              <a:off x="6643287" y="6184721"/>
              <a:ext cx="102611" cy="101804"/>
            </a:xfrm>
            <a:custGeom>
              <a:avLst/>
              <a:gdLst>
                <a:gd name="connsiteX0" fmla="*/ 102747 w 102611"/>
                <a:gd name="connsiteY0" fmla="*/ 96190 h 101804"/>
                <a:gd name="connsiteX1" fmla="*/ 5953 w 102611"/>
                <a:gd name="connsiteY1" fmla="*/ 157 h 101804"/>
                <a:gd name="connsiteX2" fmla="*/ 135 w 102611"/>
                <a:gd name="connsiteY2" fmla="*/ 17448 h 101804"/>
                <a:gd name="connsiteX3" fmla="*/ 85320 w 102611"/>
                <a:gd name="connsiteY3" fmla="*/ 101962 h 101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2611" h="101804">
                  <a:moveTo>
                    <a:pt x="102747" y="96190"/>
                  </a:moveTo>
                  <a:cubicBezTo>
                    <a:pt x="87600" y="51087"/>
                    <a:pt x="51413" y="15186"/>
                    <a:pt x="5953" y="157"/>
                  </a:cubicBezTo>
                  <a:lnTo>
                    <a:pt x="135" y="17448"/>
                  </a:lnTo>
                  <a:cubicBezTo>
                    <a:pt x="40144" y="30679"/>
                    <a:pt x="71975" y="62267"/>
                    <a:pt x="85320" y="101962"/>
                  </a:cubicBez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83" name="Figura a mano libera: forma 82">
              <a:extLst>
                <a:ext uri="{FF2B5EF4-FFF2-40B4-BE49-F238E27FC236}">
                  <a16:creationId xmlns:a16="http://schemas.microsoft.com/office/drawing/2014/main" id="{6F7C057E-9614-40F2-ABAD-23CFF7C3113D}"/>
                </a:ext>
              </a:extLst>
            </p:cNvPr>
            <p:cNvSpPr/>
            <p:nvPr/>
          </p:nvSpPr>
          <p:spPr>
            <a:xfrm>
              <a:off x="6387917" y="5865083"/>
              <a:ext cx="193017" cy="118546"/>
            </a:xfrm>
            <a:custGeom>
              <a:avLst/>
              <a:gdLst>
                <a:gd name="connsiteX0" fmla="*/ 27728 w 193017"/>
                <a:gd name="connsiteY0" fmla="*/ 118733 h 118546"/>
                <a:gd name="connsiteX1" fmla="*/ 156406 w 193017"/>
                <a:gd name="connsiteY1" fmla="*/ 118733 h 118546"/>
                <a:gd name="connsiteX2" fmla="*/ 193171 w 193017"/>
                <a:gd name="connsiteY2" fmla="*/ 82257 h 118546"/>
                <a:gd name="connsiteX3" fmla="*/ 156406 w 193017"/>
                <a:gd name="connsiteY3" fmla="*/ 45781 h 118546"/>
                <a:gd name="connsiteX4" fmla="*/ 147077 w 193017"/>
                <a:gd name="connsiteY4" fmla="*/ 47112 h 118546"/>
                <a:gd name="connsiteX5" fmla="*/ 147215 w 193017"/>
                <a:gd name="connsiteY5" fmla="*/ 45781 h 118546"/>
                <a:gd name="connsiteX6" fmla="*/ 101259 w 193017"/>
                <a:gd name="connsiteY6" fmla="*/ 186 h 118546"/>
                <a:gd name="connsiteX7" fmla="*/ 55302 w 193017"/>
                <a:gd name="connsiteY7" fmla="*/ 45781 h 118546"/>
                <a:gd name="connsiteX8" fmla="*/ 55430 w 193017"/>
                <a:gd name="connsiteY8" fmla="*/ 47030 h 118546"/>
                <a:gd name="connsiteX9" fmla="*/ 32563 w 193017"/>
                <a:gd name="connsiteY9" fmla="*/ 64503 h 118546"/>
                <a:gd name="connsiteX10" fmla="*/ 27728 w 193017"/>
                <a:gd name="connsiteY10" fmla="*/ 64019 h 118546"/>
                <a:gd name="connsiteX11" fmla="*/ 154 w 193017"/>
                <a:gd name="connsiteY11" fmla="*/ 91376 h 118546"/>
                <a:gd name="connsiteX12" fmla="*/ 27728 w 193017"/>
                <a:gd name="connsiteY12" fmla="*/ 118733 h 11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3017" h="118546">
                  <a:moveTo>
                    <a:pt x="27728" y="118733"/>
                  </a:moveTo>
                  <a:lnTo>
                    <a:pt x="156406" y="118733"/>
                  </a:lnTo>
                  <a:cubicBezTo>
                    <a:pt x="176710" y="118733"/>
                    <a:pt x="193171" y="102400"/>
                    <a:pt x="193171" y="82257"/>
                  </a:cubicBezTo>
                  <a:cubicBezTo>
                    <a:pt x="193171" y="62113"/>
                    <a:pt x="176710" y="45781"/>
                    <a:pt x="156406" y="45781"/>
                  </a:cubicBezTo>
                  <a:cubicBezTo>
                    <a:pt x="153162" y="45781"/>
                    <a:pt x="150073" y="46328"/>
                    <a:pt x="147077" y="47112"/>
                  </a:cubicBezTo>
                  <a:cubicBezTo>
                    <a:pt x="147095" y="46656"/>
                    <a:pt x="147215" y="46237"/>
                    <a:pt x="147215" y="45781"/>
                  </a:cubicBezTo>
                  <a:cubicBezTo>
                    <a:pt x="147215" y="20603"/>
                    <a:pt x="126635" y="186"/>
                    <a:pt x="101259" y="186"/>
                  </a:cubicBezTo>
                  <a:cubicBezTo>
                    <a:pt x="75881" y="186"/>
                    <a:pt x="55302" y="20603"/>
                    <a:pt x="55302" y="45781"/>
                  </a:cubicBezTo>
                  <a:cubicBezTo>
                    <a:pt x="55302" y="46210"/>
                    <a:pt x="55421" y="46611"/>
                    <a:pt x="55430" y="47030"/>
                  </a:cubicBezTo>
                  <a:cubicBezTo>
                    <a:pt x="45587" y="49520"/>
                    <a:pt x="37425" y="55921"/>
                    <a:pt x="32563" y="64503"/>
                  </a:cubicBezTo>
                  <a:cubicBezTo>
                    <a:pt x="30991" y="64229"/>
                    <a:pt x="29382" y="64019"/>
                    <a:pt x="27728" y="64019"/>
                  </a:cubicBezTo>
                  <a:cubicBezTo>
                    <a:pt x="12498" y="64019"/>
                    <a:pt x="154" y="76266"/>
                    <a:pt x="154" y="91376"/>
                  </a:cubicBezTo>
                  <a:cubicBezTo>
                    <a:pt x="154" y="106486"/>
                    <a:pt x="12498" y="118733"/>
                    <a:pt x="27728" y="118733"/>
                  </a:cubicBez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84" name="Figura a mano libera: forma 83">
              <a:extLst>
                <a:ext uri="{FF2B5EF4-FFF2-40B4-BE49-F238E27FC236}">
                  <a16:creationId xmlns:a16="http://schemas.microsoft.com/office/drawing/2014/main" id="{06356FE6-55EB-4529-9C0B-42DC028C3F66}"/>
                </a:ext>
              </a:extLst>
            </p:cNvPr>
            <p:cNvSpPr/>
            <p:nvPr/>
          </p:nvSpPr>
          <p:spPr>
            <a:xfrm>
              <a:off x="6378725" y="6357508"/>
              <a:ext cx="845597" cy="337399"/>
            </a:xfrm>
            <a:custGeom>
              <a:avLst/>
              <a:gdLst>
                <a:gd name="connsiteX0" fmla="*/ 422925 w 845597"/>
                <a:gd name="connsiteY0" fmla="*/ 191629 h 337399"/>
                <a:gd name="connsiteX1" fmla="*/ 376968 w 845597"/>
                <a:gd name="connsiteY1" fmla="*/ 185930 h 337399"/>
                <a:gd name="connsiteX2" fmla="*/ 376968 w 845597"/>
                <a:gd name="connsiteY2" fmla="*/ 154524 h 337399"/>
                <a:gd name="connsiteX3" fmla="*/ 441308 w 845597"/>
                <a:gd name="connsiteY3" fmla="*/ 82201 h 337399"/>
                <a:gd name="connsiteX4" fmla="*/ 368412 w 845597"/>
                <a:gd name="connsiteY4" fmla="*/ 146034 h 337399"/>
                <a:gd name="connsiteX5" fmla="*/ 367143 w 845597"/>
                <a:gd name="connsiteY5" fmla="*/ 146034 h 337399"/>
                <a:gd name="connsiteX6" fmla="*/ 294246 w 845597"/>
                <a:gd name="connsiteY6" fmla="*/ 82201 h 337399"/>
                <a:gd name="connsiteX7" fmla="*/ 358586 w 845597"/>
                <a:gd name="connsiteY7" fmla="*/ 154524 h 337399"/>
                <a:gd name="connsiteX8" fmla="*/ 358586 w 845597"/>
                <a:gd name="connsiteY8" fmla="*/ 183650 h 337399"/>
                <a:gd name="connsiteX9" fmla="*/ 349394 w 845597"/>
                <a:gd name="connsiteY9" fmla="*/ 182510 h 337399"/>
                <a:gd name="connsiteX10" fmla="*/ 303438 w 845597"/>
                <a:gd name="connsiteY10" fmla="*/ 200748 h 337399"/>
                <a:gd name="connsiteX11" fmla="*/ 275864 w 845597"/>
                <a:gd name="connsiteY11" fmla="*/ 200748 h 337399"/>
                <a:gd name="connsiteX12" fmla="*/ 248290 w 845597"/>
                <a:gd name="connsiteY12" fmla="*/ 209867 h 337399"/>
                <a:gd name="connsiteX13" fmla="*/ 229908 w 845597"/>
                <a:gd name="connsiteY13" fmla="*/ 209867 h 337399"/>
                <a:gd name="connsiteX14" fmla="*/ 229908 w 845597"/>
                <a:gd name="connsiteY14" fmla="*/ 264581 h 337399"/>
                <a:gd name="connsiteX15" fmla="*/ 219172 w 845597"/>
                <a:gd name="connsiteY15" fmla="*/ 264581 h 337399"/>
                <a:gd name="connsiteX16" fmla="*/ 219172 w 845597"/>
                <a:gd name="connsiteY16" fmla="*/ 155154 h 337399"/>
                <a:gd name="connsiteX17" fmla="*/ 217628 w 845597"/>
                <a:gd name="connsiteY17" fmla="*/ 150092 h 337399"/>
                <a:gd name="connsiteX18" fmla="*/ 202334 w 845597"/>
                <a:gd name="connsiteY18" fmla="*/ 127331 h 337399"/>
                <a:gd name="connsiteX19" fmla="*/ 202334 w 845597"/>
                <a:gd name="connsiteY19" fmla="*/ 54844 h 337399"/>
                <a:gd name="connsiteX20" fmla="*/ 147186 w 845597"/>
                <a:gd name="connsiteY20" fmla="*/ 130 h 337399"/>
                <a:gd name="connsiteX21" fmla="*/ 92038 w 845597"/>
                <a:gd name="connsiteY21" fmla="*/ 54844 h 337399"/>
                <a:gd name="connsiteX22" fmla="*/ 92038 w 845597"/>
                <a:gd name="connsiteY22" fmla="*/ 127331 h 337399"/>
                <a:gd name="connsiteX23" fmla="*/ 76743 w 845597"/>
                <a:gd name="connsiteY23" fmla="*/ 150092 h 337399"/>
                <a:gd name="connsiteX24" fmla="*/ 75199 w 845597"/>
                <a:gd name="connsiteY24" fmla="*/ 155154 h 337399"/>
                <a:gd name="connsiteX25" fmla="*/ 75199 w 845597"/>
                <a:gd name="connsiteY25" fmla="*/ 264581 h 337399"/>
                <a:gd name="connsiteX26" fmla="*/ 64464 w 845597"/>
                <a:gd name="connsiteY26" fmla="*/ 264581 h 337399"/>
                <a:gd name="connsiteX27" fmla="*/ 64464 w 845597"/>
                <a:gd name="connsiteY27" fmla="*/ 209867 h 337399"/>
                <a:gd name="connsiteX28" fmla="*/ 46081 w 845597"/>
                <a:gd name="connsiteY28" fmla="*/ 209867 h 337399"/>
                <a:gd name="connsiteX29" fmla="*/ 125 w 845597"/>
                <a:gd name="connsiteY29" fmla="*/ 191629 h 337399"/>
                <a:gd name="connsiteX30" fmla="*/ 125 w 845597"/>
                <a:gd name="connsiteY30" fmla="*/ 337530 h 337399"/>
                <a:gd name="connsiteX31" fmla="*/ 845722 w 845597"/>
                <a:gd name="connsiteY31" fmla="*/ 337530 h 337399"/>
                <a:gd name="connsiteX32" fmla="*/ 845722 w 845597"/>
                <a:gd name="connsiteY32" fmla="*/ 209867 h 337399"/>
                <a:gd name="connsiteX33" fmla="*/ 459690 w 845597"/>
                <a:gd name="connsiteY33" fmla="*/ 209867 h 337399"/>
                <a:gd name="connsiteX34" fmla="*/ 137995 w 845597"/>
                <a:gd name="connsiteY34" fmla="*/ 45726 h 337399"/>
                <a:gd name="connsiteX35" fmla="*/ 156377 w 845597"/>
                <a:gd name="connsiteY35" fmla="*/ 45726 h 337399"/>
                <a:gd name="connsiteX36" fmla="*/ 156377 w 845597"/>
                <a:gd name="connsiteY36" fmla="*/ 63963 h 337399"/>
                <a:gd name="connsiteX37" fmla="*/ 137995 w 845597"/>
                <a:gd name="connsiteY37" fmla="*/ 63963 h 337399"/>
                <a:gd name="connsiteX38" fmla="*/ 92038 w 845597"/>
                <a:gd name="connsiteY38" fmla="*/ 301057 h 337399"/>
                <a:gd name="connsiteX39" fmla="*/ 73655 w 845597"/>
                <a:gd name="connsiteY39" fmla="*/ 301057 h 337399"/>
                <a:gd name="connsiteX40" fmla="*/ 73655 w 845597"/>
                <a:gd name="connsiteY40" fmla="*/ 282816 h 337399"/>
                <a:gd name="connsiteX41" fmla="*/ 92038 w 845597"/>
                <a:gd name="connsiteY41" fmla="*/ 282816 h 337399"/>
                <a:gd name="connsiteX42" fmla="*/ 101229 w 845597"/>
                <a:gd name="connsiteY42" fmla="*/ 209867 h 337399"/>
                <a:gd name="connsiteX43" fmla="*/ 101229 w 845597"/>
                <a:gd name="connsiteY43" fmla="*/ 264581 h 337399"/>
                <a:gd name="connsiteX44" fmla="*/ 92038 w 845597"/>
                <a:gd name="connsiteY44" fmla="*/ 264581 h 337399"/>
                <a:gd name="connsiteX45" fmla="*/ 92038 w 845597"/>
                <a:gd name="connsiteY45" fmla="*/ 155154 h 337399"/>
                <a:gd name="connsiteX46" fmla="*/ 99557 w 845597"/>
                <a:gd name="connsiteY46" fmla="*/ 146034 h 337399"/>
                <a:gd name="connsiteX47" fmla="*/ 137995 w 845597"/>
                <a:gd name="connsiteY47" fmla="*/ 146034 h 337399"/>
                <a:gd name="connsiteX48" fmla="*/ 137995 w 845597"/>
                <a:gd name="connsiteY48" fmla="*/ 264581 h 337399"/>
                <a:gd name="connsiteX49" fmla="*/ 128803 w 845597"/>
                <a:gd name="connsiteY49" fmla="*/ 264581 h 337399"/>
                <a:gd name="connsiteX50" fmla="*/ 128803 w 845597"/>
                <a:gd name="connsiteY50" fmla="*/ 209867 h 337399"/>
                <a:gd name="connsiteX51" fmla="*/ 156377 w 845597"/>
                <a:gd name="connsiteY51" fmla="*/ 301057 h 337399"/>
                <a:gd name="connsiteX52" fmla="*/ 137995 w 845597"/>
                <a:gd name="connsiteY52" fmla="*/ 301057 h 337399"/>
                <a:gd name="connsiteX53" fmla="*/ 137995 w 845597"/>
                <a:gd name="connsiteY53" fmla="*/ 282816 h 337399"/>
                <a:gd name="connsiteX54" fmla="*/ 156377 w 845597"/>
                <a:gd name="connsiteY54" fmla="*/ 282816 h 337399"/>
                <a:gd name="connsiteX55" fmla="*/ 165569 w 845597"/>
                <a:gd name="connsiteY55" fmla="*/ 209867 h 337399"/>
                <a:gd name="connsiteX56" fmla="*/ 165569 w 845597"/>
                <a:gd name="connsiteY56" fmla="*/ 264581 h 337399"/>
                <a:gd name="connsiteX57" fmla="*/ 156377 w 845597"/>
                <a:gd name="connsiteY57" fmla="*/ 264581 h 337399"/>
                <a:gd name="connsiteX58" fmla="*/ 156377 w 845597"/>
                <a:gd name="connsiteY58" fmla="*/ 146034 h 337399"/>
                <a:gd name="connsiteX59" fmla="*/ 193621 w 845597"/>
                <a:gd name="connsiteY59" fmla="*/ 146034 h 337399"/>
                <a:gd name="connsiteX60" fmla="*/ 202334 w 845597"/>
                <a:gd name="connsiteY60" fmla="*/ 157917 h 337399"/>
                <a:gd name="connsiteX61" fmla="*/ 202334 w 845597"/>
                <a:gd name="connsiteY61" fmla="*/ 264581 h 337399"/>
                <a:gd name="connsiteX62" fmla="*/ 193143 w 845597"/>
                <a:gd name="connsiteY62" fmla="*/ 264581 h 337399"/>
                <a:gd name="connsiteX63" fmla="*/ 193143 w 845597"/>
                <a:gd name="connsiteY63" fmla="*/ 209867 h 337399"/>
                <a:gd name="connsiteX64" fmla="*/ 219172 w 845597"/>
                <a:gd name="connsiteY64" fmla="*/ 301057 h 337399"/>
                <a:gd name="connsiteX65" fmla="*/ 200790 w 845597"/>
                <a:gd name="connsiteY65" fmla="*/ 301057 h 337399"/>
                <a:gd name="connsiteX66" fmla="*/ 200790 w 845597"/>
                <a:gd name="connsiteY66" fmla="*/ 282816 h 337399"/>
                <a:gd name="connsiteX67" fmla="*/ 219172 w 845597"/>
                <a:gd name="connsiteY67" fmla="*/ 282816 h 337399"/>
                <a:gd name="connsiteX68" fmla="*/ 386160 w 845597"/>
                <a:gd name="connsiteY68" fmla="*/ 301057 h 337399"/>
                <a:gd name="connsiteX69" fmla="*/ 349394 w 845597"/>
                <a:gd name="connsiteY69" fmla="*/ 301057 h 337399"/>
                <a:gd name="connsiteX70" fmla="*/ 349394 w 845597"/>
                <a:gd name="connsiteY70" fmla="*/ 282816 h 337399"/>
                <a:gd name="connsiteX71" fmla="*/ 386160 w 845597"/>
                <a:gd name="connsiteY71" fmla="*/ 282816 h 337399"/>
                <a:gd name="connsiteX72" fmla="*/ 772195 w 845597"/>
                <a:gd name="connsiteY72" fmla="*/ 273700 h 337399"/>
                <a:gd name="connsiteX73" fmla="*/ 808960 w 845597"/>
                <a:gd name="connsiteY73" fmla="*/ 273700 h 337399"/>
                <a:gd name="connsiteX74" fmla="*/ 808960 w 845597"/>
                <a:gd name="connsiteY74" fmla="*/ 291937 h 337399"/>
                <a:gd name="connsiteX75" fmla="*/ 772195 w 845597"/>
                <a:gd name="connsiteY75" fmla="*/ 291937 h 337399"/>
                <a:gd name="connsiteX76" fmla="*/ 606751 w 845597"/>
                <a:gd name="connsiteY76" fmla="*/ 246343 h 337399"/>
                <a:gd name="connsiteX77" fmla="*/ 652707 w 845597"/>
                <a:gd name="connsiteY77" fmla="*/ 246343 h 337399"/>
                <a:gd name="connsiteX78" fmla="*/ 652707 w 845597"/>
                <a:gd name="connsiteY78" fmla="*/ 264581 h 337399"/>
                <a:gd name="connsiteX79" fmla="*/ 606751 w 845597"/>
                <a:gd name="connsiteY79" fmla="*/ 264581 h 337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845597" h="337399">
                  <a:moveTo>
                    <a:pt x="422925" y="191629"/>
                  </a:moveTo>
                  <a:lnTo>
                    <a:pt x="376968" y="185930"/>
                  </a:lnTo>
                  <a:lnTo>
                    <a:pt x="376968" y="154524"/>
                  </a:lnTo>
                  <a:cubicBezTo>
                    <a:pt x="413228" y="150028"/>
                    <a:pt x="441308" y="119398"/>
                    <a:pt x="441308" y="82201"/>
                  </a:cubicBezTo>
                  <a:cubicBezTo>
                    <a:pt x="403816" y="82201"/>
                    <a:pt x="372943" y="110060"/>
                    <a:pt x="368412" y="146034"/>
                  </a:cubicBezTo>
                  <a:lnTo>
                    <a:pt x="367143" y="146034"/>
                  </a:lnTo>
                  <a:cubicBezTo>
                    <a:pt x="362611" y="110060"/>
                    <a:pt x="331738" y="82201"/>
                    <a:pt x="294246" y="82201"/>
                  </a:cubicBezTo>
                  <a:cubicBezTo>
                    <a:pt x="294246" y="119398"/>
                    <a:pt x="322327" y="150028"/>
                    <a:pt x="358586" y="154524"/>
                  </a:cubicBezTo>
                  <a:lnTo>
                    <a:pt x="358586" y="183650"/>
                  </a:lnTo>
                  <a:lnTo>
                    <a:pt x="349394" y="182510"/>
                  </a:lnTo>
                  <a:lnTo>
                    <a:pt x="303438" y="200748"/>
                  </a:lnTo>
                  <a:lnTo>
                    <a:pt x="275864" y="200748"/>
                  </a:lnTo>
                  <a:lnTo>
                    <a:pt x="248290" y="209867"/>
                  </a:lnTo>
                  <a:lnTo>
                    <a:pt x="229908" y="209867"/>
                  </a:lnTo>
                  <a:lnTo>
                    <a:pt x="229908" y="264581"/>
                  </a:lnTo>
                  <a:lnTo>
                    <a:pt x="219172" y="264581"/>
                  </a:lnTo>
                  <a:lnTo>
                    <a:pt x="219172" y="155154"/>
                  </a:lnTo>
                  <a:cubicBezTo>
                    <a:pt x="219172" y="153357"/>
                    <a:pt x="218630" y="151588"/>
                    <a:pt x="217628" y="150092"/>
                  </a:cubicBezTo>
                  <a:lnTo>
                    <a:pt x="202334" y="127331"/>
                  </a:lnTo>
                  <a:lnTo>
                    <a:pt x="202334" y="54844"/>
                  </a:lnTo>
                  <a:cubicBezTo>
                    <a:pt x="202334" y="24624"/>
                    <a:pt x="177646" y="130"/>
                    <a:pt x="147186" y="130"/>
                  </a:cubicBezTo>
                  <a:cubicBezTo>
                    <a:pt x="116726" y="130"/>
                    <a:pt x="92038" y="24624"/>
                    <a:pt x="92038" y="54844"/>
                  </a:cubicBezTo>
                  <a:lnTo>
                    <a:pt x="92038" y="127331"/>
                  </a:lnTo>
                  <a:lnTo>
                    <a:pt x="76743" y="150092"/>
                  </a:lnTo>
                  <a:cubicBezTo>
                    <a:pt x="75742" y="151588"/>
                    <a:pt x="75199" y="153348"/>
                    <a:pt x="75199" y="155154"/>
                  </a:cubicBezTo>
                  <a:lnTo>
                    <a:pt x="75199" y="264581"/>
                  </a:lnTo>
                  <a:lnTo>
                    <a:pt x="64464" y="264581"/>
                  </a:lnTo>
                  <a:lnTo>
                    <a:pt x="64464" y="209867"/>
                  </a:lnTo>
                  <a:lnTo>
                    <a:pt x="46081" y="209867"/>
                  </a:lnTo>
                  <a:lnTo>
                    <a:pt x="125" y="191629"/>
                  </a:lnTo>
                  <a:lnTo>
                    <a:pt x="125" y="337530"/>
                  </a:lnTo>
                  <a:lnTo>
                    <a:pt x="845722" y="337530"/>
                  </a:lnTo>
                  <a:lnTo>
                    <a:pt x="845722" y="209867"/>
                  </a:lnTo>
                  <a:lnTo>
                    <a:pt x="459690" y="209867"/>
                  </a:lnTo>
                  <a:close/>
                  <a:moveTo>
                    <a:pt x="137995" y="45726"/>
                  </a:moveTo>
                  <a:lnTo>
                    <a:pt x="156377" y="45726"/>
                  </a:lnTo>
                  <a:lnTo>
                    <a:pt x="156377" y="63963"/>
                  </a:lnTo>
                  <a:lnTo>
                    <a:pt x="137995" y="63963"/>
                  </a:lnTo>
                  <a:close/>
                  <a:moveTo>
                    <a:pt x="92038" y="301057"/>
                  </a:moveTo>
                  <a:lnTo>
                    <a:pt x="73655" y="301057"/>
                  </a:lnTo>
                  <a:lnTo>
                    <a:pt x="73655" y="282816"/>
                  </a:lnTo>
                  <a:lnTo>
                    <a:pt x="92038" y="282816"/>
                  </a:lnTo>
                  <a:close/>
                  <a:moveTo>
                    <a:pt x="101229" y="209867"/>
                  </a:moveTo>
                  <a:lnTo>
                    <a:pt x="101229" y="264581"/>
                  </a:lnTo>
                  <a:lnTo>
                    <a:pt x="92038" y="264581"/>
                  </a:lnTo>
                  <a:lnTo>
                    <a:pt x="92038" y="155154"/>
                  </a:lnTo>
                  <a:lnTo>
                    <a:pt x="99557" y="146034"/>
                  </a:lnTo>
                  <a:lnTo>
                    <a:pt x="137995" y="146034"/>
                  </a:lnTo>
                  <a:lnTo>
                    <a:pt x="137995" y="264581"/>
                  </a:lnTo>
                  <a:lnTo>
                    <a:pt x="128803" y="264581"/>
                  </a:lnTo>
                  <a:lnTo>
                    <a:pt x="128803" y="209867"/>
                  </a:lnTo>
                  <a:close/>
                  <a:moveTo>
                    <a:pt x="156377" y="301057"/>
                  </a:moveTo>
                  <a:lnTo>
                    <a:pt x="137995" y="301057"/>
                  </a:lnTo>
                  <a:lnTo>
                    <a:pt x="137995" y="282816"/>
                  </a:lnTo>
                  <a:lnTo>
                    <a:pt x="156377" y="282816"/>
                  </a:lnTo>
                  <a:close/>
                  <a:moveTo>
                    <a:pt x="165569" y="209867"/>
                  </a:moveTo>
                  <a:lnTo>
                    <a:pt x="165569" y="264581"/>
                  </a:lnTo>
                  <a:lnTo>
                    <a:pt x="156377" y="264581"/>
                  </a:lnTo>
                  <a:lnTo>
                    <a:pt x="156377" y="146034"/>
                  </a:lnTo>
                  <a:lnTo>
                    <a:pt x="193621" y="146034"/>
                  </a:lnTo>
                  <a:lnTo>
                    <a:pt x="202334" y="157917"/>
                  </a:lnTo>
                  <a:lnTo>
                    <a:pt x="202334" y="264581"/>
                  </a:lnTo>
                  <a:lnTo>
                    <a:pt x="193143" y="264581"/>
                  </a:lnTo>
                  <a:lnTo>
                    <a:pt x="193143" y="209867"/>
                  </a:lnTo>
                  <a:close/>
                  <a:moveTo>
                    <a:pt x="219172" y="301057"/>
                  </a:moveTo>
                  <a:lnTo>
                    <a:pt x="200790" y="301057"/>
                  </a:lnTo>
                  <a:lnTo>
                    <a:pt x="200790" y="282816"/>
                  </a:lnTo>
                  <a:lnTo>
                    <a:pt x="219172" y="282816"/>
                  </a:lnTo>
                  <a:close/>
                  <a:moveTo>
                    <a:pt x="386160" y="301057"/>
                  </a:moveTo>
                  <a:lnTo>
                    <a:pt x="349394" y="301057"/>
                  </a:lnTo>
                  <a:lnTo>
                    <a:pt x="349394" y="282816"/>
                  </a:lnTo>
                  <a:lnTo>
                    <a:pt x="386160" y="282816"/>
                  </a:lnTo>
                  <a:close/>
                  <a:moveTo>
                    <a:pt x="772195" y="273700"/>
                  </a:moveTo>
                  <a:lnTo>
                    <a:pt x="808960" y="273700"/>
                  </a:lnTo>
                  <a:lnTo>
                    <a:pt x="808960" y="291937"/>
                  </a:lnTo>
                  <a:lnTo>
                    <a:pt x="772195" y="291937"/>
                  </a:lnTo>
                  <a:close/>
                  <a:moveTo>
                    <a:pt x="606751" y="246343"/>
                  </a:moveTo>
                  <a:lnTo>
                    <a:pt x="652707" y="246343"/>
                  </a:lnTo>
                  <a:lnTo>
                    <a:pt x="652707" y="264581"/>
                  </a:lnTo>
                  <a:lnTo>
                    <a:pt x="606751" y="264581"/>
                  </a:lnTo>
                  <a:close/>
                </a:path>
              </a:pathLst>
            </a:custGeom>
            <a:solidFill>
              <a:srgbClr val="000000"/>
            </a:solidFill>
            <a:ln w="798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grpSp>
        <p:nvGrpSpPr>
          <p:cNvPr id="85" name="Elemento grafico 6">
            <a:extLst>
              <a:ext uri="{FF2B5EF4-FFF2-40B4-BE49-F238E27FC236}">
                <a16:creationId xmlns:a16="http://schemas.microsoft.com/office/drawing/2014/main" id="{B36EE2DF-901F-46E7-8A1C-7AC56F0C0BAD}"/>
              </a:ext>
            </a:extLst>
          </p:cNvPr>
          <p:cNvGrpSpPr/>
          <p:nvPr/>
        </p:nvGrpSpPr>
        <p:grpSpPr>
          <a:xfrm>
            <a:off x="5092076" y="5523730"/>
            <a:ext cx="548640" cy="548640"/>
            <a:chOff x="5027517" y="5989253"/>
            <a:chExt cx="582949" cy="620117"/>
          </a:xfrm>
          <a:solidFill>
            <a:srgbClr val="000000"/>
          </a:solidFill>
        </p:grpSpPr>
        <p:sp>
          <p:nvSpPr>
            <p:cNvPr id="86" name="Figura a mano libera: forma 85">
              <a:extLst>
                <a:ext uri="{FF2B5EF4-FFF2-40B4-BE49-F238E27FC236}">
                  <a16:creationId xmlns:a16="http://schemas.microsoft.com/office/drawing/2014/main" id="{C48D1E42-B4F5-4243-A768-92BD8EE1E079}"/>
                </a:ext>
              </a:extLst>
            </p:cNvPr>
            <p:cNvSpPr/>
            <p:nvPr/>
          </p:nvSpPr>
          <p:spPr>
            <a:xfrm>
              <a:off x="5173258" y="5989253"/>
              <a:ext cx="291467" cy="291833"/>
            </a:xfrm>
            <a:custGeom>
              <a:avLst/>
              <a:gdLst>
                <a:gd name="connsiteX0" fmla="*/ 290680 w 291467"/>
                <a:gd name="connsiteY0" fmla="*/ 145121 h 291833"/>
                <a:gd name="connsiteX1" fmla="*/ 144946 w 291467"/>
                <a:gd name="connsiteY1" fmla="*/ 290998 h 291833"/>
                <a:gd name="connsiteX2" fmla="*/ -787 w 291467"/>
                <a:gd name="connsiteY2" fmla="*/ 145121 h 291833"/>
                <a:gd name="connsiteX3" fmla="*/ 144946 w 291467"/>
                <a:gd name="connsiteY3" fmla="*/ -836 h 291833"/>
                <a:gd name="connsiteX4" fmla="*/ 290680 w 291467"/>
                <a:gd name="connsiteY4" fmla="*/ 145121 h 29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1467" h="291833">
                  <a:moveTo>
                    <a:pt x="290680" y="145121"/>
                  </a:moveTo>
                  <a:cubicBezTo>
                    <a:pt x="290680" y="225660"/>
                    <a:pt x="225432" y="290998"/>
                    <a:pt x="144946" y="290998"/>
                  </a:cubicBezTo>
                  <a:cubicBezTo>
                    <a:pt x="64460" y="290998"/>
                    <a:pt x="-787" y="225660"/>
                    <a:pt x="-787" y="145121"/>
                  </a:cubicBezTo>
                  <a:cubicBezTo>
                    <a:pt x="-787" y="64502"/>
                    <a:pt x="64460" y="-836"/>
                    <a:pt x="144946" y="-836"/>
                  </a:cubicBezTo>
                  <a:cubicBezTo>
                    <a:pt x="225432" y="-836"/>
                    <a:pt x="290680" y="64502"/>
                    <a:pt x="290680" y="145121"/>
                  </a:cubicBezTo>
                  <a:close/>
                </a:path>
              </a:pathLst>
            </a:custGeom>
            <a:solidFill>
              <a:srgbClr val="000000"/>
            </a:solidFill>
            <a:ln w="910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87" name="Figura a mano libera: forma 86">
              <a:extLst>
                <a:ext uri="{FF2B5EF4-FFF2-40B4-BE49-F238E27FC236}">
                  <a16:creationId xmlns:a16="http://schemas.microsoft.com/office/drawing/2014/main" id="{53160B4E-5D6B-4931-B7F5-D2DDF4C7A119}"/>
                </a:ext>
              </a:extLst>
            </p:cNvPr>
            <p:cNvSpPr/>
            <p:nvPr/>
          </p:nvSpPr>
          <p:spPr>
            <a:xfrm>
              <a:off x="5027517" y="6317537"/>
              <a:ext cx="582949" cy="291833"/>
            </a:xfrm>
            <a:custGeom>
              <a:avLst/>
              <a:gdLst>
                <a:gd name="connsiteX0" fmla="*/ 582162 w 582949"/>
                <a:gd name="connsiteY0" fmla="*/ 290967 h 291833"/>
                <a:gd name="connsiteX1" fmla="*/ 582162 w 582949"/>
                <a:gd name="connsiteY1" fmla="*/ 145010 h 291833"/>
                <a:gd name="connsiteX2" fmla="*/ 553013 w 582949"/>
                <a:gd name="connsiteY2" fmla="*/ 86676 h 291833"/>
                <a:gd name="connsiteX3" fmla="*/ 410920 w 582949"/>
                <a:gd name="connsiteY3" fmla="*/ 17357 h 291833"/>
                <a:gd name="connsiteX4" fmla="*/ 290688 w 582949"/>
                <a:gd name="connsiteY4" fmla="*/ -867 h 291833"/>
                <a:gd name="connsiteX5" fmla="*/ 170455 w 582949"/>
                <a:gd name="connsiteY5" fmla="*/ 17357 h 291833"/>
                <a:gd name="connsiteX6" fmla="*/ 28362 w 582949"/>
                <a:gd name="connsiteY6" fmla="*/ 86676 h 291833"/>
                <a:gd name="connsiteX7" fmla="*/ -787 w 582949"/>
                <a:gd name="connsiteY7" fmla="*/ 145010 h 291833"/>
                <a:gd name="connsiteX8" fmla="*/ -787 w 582949"/>
                <a:gd name="connsiteY8" fmla="*/ 290967 h 291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2949" h="291833">
                  <a:moveTo>
                    <a:pt x="582162" y="290967"/>
                  </a:moveTo>
                  <a:lnTo>
                    <a:pt x="582162" y="145010"/>
                  </a:lnTo>
                  <a:cubicBezTo>
                    <a:pt x="582162" y="123204"/>
                    <a:pt x="571232" y="101239"/>
                    <a:pt x="553013" y="86676"/>
                  </a:cubicBezTo>
                  <a:cubicBezTo>
                    <a:pt x="512933" y="53887"/>
                    <a:pt x="461930" y="32001"/>
                    <a:pt x="410920" y="17357"/>
                  </a:cubicBezTo>
                  <a:cubicBezTo>
                    <a:pt x="374488" y="6454"/>
                    <a:pt x="334408" y="-867"/>
                    <a:pt x="290688" y="-867"/>
                  </a:cubicBezTo>
                  <a:cubicBezTo>
                    <a:pt x="250607" y="-867"/>
                    <a:pt x="210535" y="6454"/>
                    <a:pt x="170455" y="17357"/>
                  </a:cubicBezTo>
                  <a:cubicBezTo>
                    <a:pt x="119445" y="32001"/>
                    <a:pt x="68442" y="57468"/>
                    <a:pt x="28362" y="86676"/>
                  </a:cubicBezTo>
                  <a:cubicBezTo>
                    <a:pt x="10143" y="101239"/>
                    <a:pt x="-787" y="123204"/>
                    <a:pt x="-787" y="145010"/>
                  </a:cubicBezTo>
                  <a:lnTo>
                    <a:pt x="-787" y="290967"/>
                  </a:lnTo>
                  <a:close/>
                </a:path>
              </a:pathLst>
            </a:custGeom>
            <a:solidFill>
              <a:srgbClr val="000000"/>
            </a:solidFill>
            <a:ln w="9106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grpSp>
        <p:nvGrpSpPr>
          <p:cNvPr id="88" name="Elemento grafico 6">
            <a:extLst>
              <a:ext uri="{FF2B5EF4-FFF2-40B4-BE49-F238E27FC236}">
                <a16:creationId xmlns:a16="http://schemas.microsoft.com/office/drawing/2014/main" id="{2608C530-B7B2-45C3-B4E2-894D17E601C1}"/>
              </a:ext>
            </a:extLst>
          </p:cNvPr>
          <p:cNvGrpSpPr/>
          <p:nvPr/>
        </p:nvGrpSpPr>
        <p:grpSpPr>
          <a:xfrm>
            <a:off x="5810294" y="168992"/>
            <a:ext cx="588244" cy="620090"/>
            <a:chOff x="5799920" y="4559"/>
            <a:chExt cx="588244" cy="620090"/>
          </a:xfrm>
          <a:solidFill>
            <a:srgbClr val="000000"/>
          </a:solidFill>
        </p:grpSpPr>
        <p:sp>
          <p:nvSpPr>
            <p:cNvPr id="89" name="Figura a mano libera: forma 88">
              <a:extLst>
                <a:ext uri="{FF2B5EF4-FFF2-40B4-BE49-F238E27FC236}">
                  <a16:creationId xmlns:a16="http://schemas.microsoft.com/office/drawing/2014/main" id="{3B05828A-4F10-42A3-BBF5-010B7FCEBE69}"/>
                </a:ext>
              </a:extLst>
            </p:cNvPr>
            <p:cNvSpPr/>
            <p:nvPr/>
          </p:nvSpPr>
          <p:spPr>
            <a:xfrm>
              <a:off x="5946982" y="4559"/>
              <a:ext cx="294121" cy="291807"/>
            </a:xfrm>
            <a:custGeom>
              <a:avLst/>
              <a:gdLst>
                <a:gd name="connsiteX0" fmla="*/ 294223 w 294121"/>
                <a:gd name="connsiteY0" fmla="*/ 145874 h 291807"/>
                <a:gd name="connsiteX1" fmla="*/ 147162 w 294121"/>
                <a:gd name="connsiteY1" fmla="*/ 291778 h 291807"/>
                <a:gd name="connsiteX2" fmla="*/ 101 w 294121"/>
                <a:gd name="connsiteY2" fmla="*/ 145874 h 291807"/>
                <a:gd name="connsiteX3" fmla="*/ 147162 w 294121"/>
                <a:gd name="connsiteY3" fmla="*/ -29 h 291807"/>
                <a:gd name="connsiteX4" fmla="*/ 294223 w 294121"/>
                <a:gd name="connsiteY4" fmla="*/ 145874 h 29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21" h="291807">
                  <a:moveTo>
                    <a:pt x="294223" y="145874"/>
                  </a:moveTo>
                  <a:cubicBezTo>
                    <a:pt x="294223" y="226454"/>
                    <a:pt x="228381" y="291778"/>
                    <a:pt x="147162" y="291778"/>
                  </a:cubicBezTo>
                  <a:cubicBezTo>
                    <a:pt x="65943" y="291778"/>
                    <a:pt x="101" y="226454"/>
                    <a:pt x="101" y="145874"/>
                  </a:cubicBezTo>
                  <a:cubicBezTo>
                    <a:pt x="101" y="65294"/>
                    <a:pt x="65943" y="-29"/>
                    <a:pt x="147162" y="-29"/>
                  </a:cubicBezTo>
                  <a:cubicBezTo>
                    <a:pt x="228381" y="-29"/>
                    <a:pt x="294223" y="65294"/>
                    <a:pt x="294223" y="145874"/>
                  </a:cubicBezTo>
                  <a:close/>
                </a:path>
              </a:pathLst>
            </a:custGeom>
            <a:solidFill>
              <a:srgbClr val="000000"/>
            </a:solidFill>
            <a:ln w="9147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  <p:sp>
          <p:nvSpPr>
            <p:cNvPr id="90" name="Figura a mano libera: forma 89">
              <a:extLst>
                <a:ext uri="{FF2B5EF4-FFF2-40B4-BE49-F238E27FC236}">
                  <a16:creationId xmlns:a16="http://schemas.microsoft.com/office/drawing/2014/main" id="{97AB0490-0E72-4FDB-A214-8681AA6ED658}"/>
                </a:ext>
              </a:extLst>
            </p:cNvPr>
            <p:cNvSpPr/>
            <p:nvPr/>
          </p:nvSpPr>
          <p:spPr>
            <a:xfrm>
              <a:off x="5799920" y="332842"/>
              <a:ext cx="588244" cy="291807"/>
            </a:xfrm>
            <a:custGeom>
              <a:avLst/>
              <a:gdLst>
                <a:gd name="connsiteX0" fmla="*/ 588346 w 588244"/>
                <a:gd name="connsiteY0" fmla="*/ 291747 h 291807"/>
                <a:gd name="connsiteX1" fmla="*/ 588346 w 588244"/>
                <a:gd name="connsiteY1" fmla="*/ 145844 h 291807"/>
                <a:gd name="connsiteX2" fmla="*/ 558933 w 588244"/>
                <a:gd name="connsiteY2" fmla="*/ 87483 h 291807"/>
                <a:gd name="connsiteX3" fmla="*/ 415549 w 588244"/>
                <a:gd name="connsiteY3" fmla="*/ 18178 h 291807"/>
                <a:gd name="connsiteX4" fmla="*/ 294223 w 588244"/>
                <a:gd name="connsiteY4" fmla="*/ -60 h 291807"/>
                <a:gd name="connsiteX5" fmla="*/ 172898 w 588244"/>
                <a:gd name="connsiteY5" fmla="*/ 18178 h 291807"/>
                <a:gd name="connsiteX6" fmla="*/ 29514 w 588244"/>
                <a:gd name="connsiteY6" fmla="*/ 87483 h 291807"/>
                <a:gd name="connsiteX7" fmla="*/ 101 w 588244"/>
                <a:gd name="connsiteY7" fmla="*/ 145844 h 291807"/>
                <a:gd name="connsiteX8" fmla="*/ 101 w 588244"/>
                <a:gd name="connsiteY8" fmla="*/ 291747 h 29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8244" h="291807">
                  <a:moveTo>
                    <a:pt x="588346" y="291747"/>
                  </a:moveTo>
                  <a:lnTo>
                    <a:pt x="588346" y="145844"/>
                  </a:lnTo>
                  <a:cubicBezTo>
                    <a:pt x="588346" y="123958"/>
                    <a:pt x="577316" y="102073"/>
                    <a:pt x="558933" y="87483"/>
                  </a:cubicBezTo>
                  <a:cubicBezTo>
                    <a:pt x="518491" y="54654"/>
                    <a:pt x="467020" y="32769"/>
                    <a:pt x="415549" y="18178"/>
                  </a:cubicBezTo>
                  <a:cubicBezTo>
                    <a:pt x="378784" y="7235"/>
                    <a:pt x="338342" y="-60"/>
                    <a:pt x="294223" y="-60"/>
                  </a:cubicBezTo>
                  <a:cubicBezTo>
                    <a:pt x="253781" y="-60"/>
                    <a:pt x="213340" y="7235"/>
                    <a:pt x="172898" y="18178"/>
                  </a:cubicBezTo>
                  <a:cubicBezTo>
                    <a:pt x="121427" y="32769"/>
                    <a:pt x="69956" y="58302"/>
                    <a:pt x="29514" y="87483"/>
                  </a:cubicBezTo>
                  <a:cubicBezTo>
                    <a:pt x="11131" y="102073"/>
                    <a:pt x="101" y="123958"/>
                    <a:pt x="101" y="145844"/>
                  </a:cubicBezTo>
                  <a:lnTo>
                    <a:pt x="101" y="291747"/>
                  </a:lnTo>
                  <a:close/>
                </a:path>
              </a:pathLst>
            </a:custGeom>
            <a:solidFill>
              <a:srgbClr val="000000"/>
            </a:solidFill>
            <a:ln w="9147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it-IT"/>
            </a:p>
          </p:txBody>
        </p:sp>
      </p:grpSp>
      <p:sp>
        <p:nvSpPr>
          <p:cNvPr id="91" name="Figura a mano libera: forma 90">
            <a:extLst>
              <a:ext uri="{FF2B5EF4-FFF2-40B4-BE49-F238E27FC236}">
                <a16:creationId xmlns:a16="http://schemas.microsoft.com/office/drawing/2014/main" id="{3D2CB1E7-4B9E-4387-9273-09A74EB591B7}"/>
              </a:ext>
            </a:extLst>
          </p:cNvPr>
          <p:cNvSpPr/>
          <p:nvPr/>
        </p:nvSpPr>
        <p:spPr>
          <a:xfrm flipV="1">
            <a:off x="6046348" y="5114616"/>
            <a:ext cx="95390" cy="274320"/>
          </a:xfrm>
          <a:custGeom>
            <a:avLst/>
            <a:gdLst>
              <a:gd name="connsiteX0" fmla="*/ 59775 w 95390"/>
              <a:gd name="connsiteY0" fmla="*/ 153 h 372465"/>
              <a:gd name="connsiteX1" fmla="*/ 59776 w 95390"/>
              <a:gd name="connsiteY1" fmla="*/ 293034 h 372465"/>
              <a:gd name="connsiteX2" fmla="*/ 35928 w 95390"/>
              <a:gd name="connsiteY2" fmla="*/ 293034 h 372465"/>
              <a:gd name="connsiteX3" fmla="*/ 35927 w 95390"/>
              <a:gd name="connsiteY3" fmla="*/ 153 h 372465"/>
              <a:gd name="connsiteX4" fmla="*/ 95547 w 95390"/>
              <a:gd name="connsiteY4" fmla="*/ 277117 h 372465"/>
              <a:gd name="connsiteX5" fmla="*/ 47852 w 95390"/>
              <a:gd name="connsiteY5" fmla="*/ 372618 h 372465"/>
              <a:gd name="connsiteX6" fmla="*/ 156 w 95390"/>
              <a:gd name="connsiteY6" fmla="*/ 277117 h 372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90" h="372465">
                <a:moveTo>
                  <a:pt x="59775" y="153"/>
                </a:moveTo>
                <a:lnTo>
                  <a:pt x="59776" y="293034"/>
                </a:lnTo>
                <a:lnTo>
                  <a:pt x="35928" y="293034"/>
                </a:lnTo>
                <a:lnTo>
                  <a:pt x="35927" y="153"/>
                </a:lnTo>
                <a:close/>
                <a:moveTo>
                  <a:pt x="95547" y="277117"/>
                </a:moveTo>
                <a:lnTo>
                  <a:pt x="47852" y="372618"/>
                </a:lnTo>
                <a:lnTo>
                  <a:pt x="156" y="277117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92" name="Figura a mano libera: forma 91">
            <a:extLst>
              <a:ext uri="{FF2B5EF4-FFF2-40B4-BE49-F238E27FC236}">
                <a16:creationId xmlns:a16="http://schemas.microsoft.com/office/drawing/2014/main" id="{8EC5FF7F-27C3-4FD9-BF96-8B7CA0A36AE5}"/>
              </a:ext>
            </a:extLst>
          </p:cNvPr>
          <p:cNvSpPr/>
          <p:nvPr/>
        </p:nvSpPr>
        <p:spPr>
          <a:xfrm flipV="1">
            <a:off x="6198702" y="774364"/>
            <a:ext cx="95390" cy="365760"/>
          </a:xfrm>
          <a:custGeom>
            <a:avLst/>
            <a:gdLst>
              <a:gd name="connsiteX0" fmla="*/ 59779 w 95390"/>
              <a:gd name="connsiteY0" fmla="*/ -3 h 489311"/>
              <a:gd name="connsiteX1" fmla="*/ 59781 w 95390"/>
              <a:gd name="connsiteY1" fmla="*/ 409725 h 489311"/>
              <a:gd name="connsiteX2" fmla="*/ 35933 w 95390"/>
              <a:gd name="connsiteY2" fmla="*/ 409725 h 489311"/>
              <a:gd name="connsiteX3" fmla="*/ 35932 w 95390"/>
              <a:gd name="connsiteY3" fmla="*/ -3 h 489311"/>
              <a:gd name="connsiteX4" fmla="*/ 95552 w 95390"/>
              <a:gd name="connsiteY4" fmla="*/ 393809 h 489311"/>
              <a:gd name="connsiteX5" fmla="*/ 47857 w 95390"/>
              <a:gd name="connsiteY5" fmla="*/ 489309 h 489311"/>
              <a:gd name="connsiteX6" fmla="*/ 161 w 95390"/>
              <a:gd name="connsiteY6" fmla="*/ 393809 h 48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90" h="489311">
                <a:moveTo>
                  <a:pt x="59779" y="-3"/>
                </a:moveTo>
                <a:lnTo>
                  <a:pt x="59781" y="409725"/>
                </a:lnTo>
                <a:lnTo>
                  <a:pt x="35933" y="409725"/>
                </a:lnTo>
                <a:lnTo>
                  <a:pt x="35932" y="-3"/>
                </a:lnTo>
                <a:close/>
                <a:moveTo>
                  <a:pt x="95552" y="393809"/>
                </a:moveTo>
                <a:lnTo>
                  <a:pt x="47857" y="489309"/>
                </a:lnTo>
                <a:lnTo>
                  <a:pt x="161" y="393809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93" name="Figura a mano libera: forma 92">
            <a:extLst>
              <a:ext uri="{FF2B5EF4-FFF2-40B4-BE49-F238E27FC236}">
                <a16:creationId xmlns:a16="http://schemas.microsoft.com/office/drawing/2014/main" id="{A14AA652-0A92-4F45-897E-A49E76887E2F}"/>
              </a:ext>
            </a:extLst>
          </p:cNvPr>
          <p:cNvSpPr/>
          <p:nvPr/>
        </p:nvSpPr>
        <p:spPr>
          <a:xfrm>
            <a:off x="5889254" y="1591247"/>
            <a:ext cx="95390" cy="689077"/>
          </a:xfrm>
          <a:custGeom>
            <a:avLst/>
            <a:gdLst>
              <a:gd name="connsiteX0" fmla="*/ 58803 w 95390"/>
              <a:gd name="connsiteY0" fmla="*/ -448 h 689077"/>
              <a:gd name="connsiteX1" fmla="*/ 58803 w 95390"/>
              <a:gd name="connsiteY1" fmla="*/ 95052 h 689077"/>
              <a:gd name="connsiteX2" fmla="*/ 34955 w 95390"/>
              <a:gd name="connsiteY2" fmla="*/ 95052 h 689077"/>
              <a:gd name="connsiteX3" fmla="*/ 34955 w 95390"/>
              <a:gd name="connsiteY3" fmla="*/ -448 h 689077"/>
              <a:gd name="connsiteX4" fmla="*/ 58803 w 95390"/>
              <a:gd name="connsiteY4" fmla="*/ 166678 h 689077"/>
              <a:gd name="connsiteX5" fmla="*/ 58803 w 95390"/>
              <a:gd name="connsiteY5" fmla="*/ 262178 h 689077"/>
              <a:gd name="connsiteX6" fmla="*/ 34955 w 95390"/>
              <a:gd name="connsiteY6" fmla="*/ 262178 h 689077"/>
              <a:gd name="connsiteX7" fmla="*/ 34955 w 95390"/>
              <a:gd name="connsiteY7" fmla="*/ 166678 h 689077"/>
              <a:gd name="connsiteX8" fmla="*/ 58803 w 95390"/>
              <a:gd name="connsiteY8" fmla="*/ 333804 h 689077"/>
              <a:gd name="connsiteX9" fmla="*/ 58803 w 95390"/>
              <a:gd name="connsiteY9" fmla="*/ 429305 h 689077"/>
              <a:gd name="connsiteX10" fmla="*/ 34955 w 95390"/>
              <a:gd name="connsiteY10" fmla="*/ 429305 h 689077"/>
              <a:gd name="connsiteX11" fmla="*/ 34955 w 95390"/>
              <a:gd name="connsiteY11" fmla="*/ 333804 h 689077"/>
              <a:gd name="connsiteX12" fmla="*/ 58803 w 95390"/>
              <a:gd name="connsiteY12" fmla="*/ 500930 h 689077"/>
              <a:gd name="connsiteX13" fmla="*/ 58803 w 95390"/>
              <a:gd name="connsiteY13" fmla="*/ 596431 h 689077"/>
              <a:gd name="connsiteX14" fmla="*/ 34955 w 95390"/>
              <a:gd name="connsiteY14" fmla="*/ 596431 h 689077"/>
              <a:gd name="connsiteX15" fmla="*/ 34955 w 95390"/>
              <a:gd name="connsiteY15" fmla="*/ 500930 h 689077"/>
              <a:gd name="connsiteX16" fmla="*/ 94575 w 95390"/>
              <a:gd name="connsiteY16" fmla="*/ 593128 h 689077"/>
              <a:gd name="connsiteX17" fmla="*/ 46879 w 95390"/>
              <a:gd name="connsiteY17" fmla="*/ 688629 h 689077"/>
              <a:gd name="connsiteX18" fmla="*/ -816 w 95390"/>
              <a:gd name="connsiteY18" fmla="*/ 593128 h 68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5390" h="689077">
                <a:moveTo>
                  <a:pt x="58803" y="-448"/>
                </a:moveTo>
                <a:lnTo>
                  <a:pt x="58803" y="95052"/>
                </a:lnTo>
                <a:lnTo>
                  <a:pt x="34955" y="95052"/>
                </a:lnTo>
                <a:lnTo>
                  <a:pt x="34955" y="-448"/>
                </a:lnTo>
                <a:close/>
                <a:moveTo>
                  <a:pt x="58803" y="166678"/>
                </a:moveTo>
                <a:lnTo>
                  <a:pt x="58803" y="262178"/>
                </a:lnTo>
                <a:lnTo>
                  <a:pt x="34955" y="262178"/>
                </a:lnTo>
                <a:lnTo>
                  <a:pt x="34955" y="166678"/>
                </a:lnTo>
                <a:close/>
                <a:moveTo>
                  <a:pt x="58803" y="333804"/>
                </a:moveTo>
                <a:lnTo>
                  <a:pt x="58803" y="429305"/>
                </a:lnTo>
                <a:lnTo>
                  <a:pt x="34955" y="429305"/>
                </a:lnTo>
                <a:lnTo>
                  <a:pt x="34955" y="333804"/>
                </a:lnTo>
                <a:close/>
                <a:moveTo>
                  <a:pt x="58803" y="500930"/>
                </a:moveTo>
                <a:lnTo>
                  <a:pt x="58803" y="596431"/>
                </a:lnTo>
                <a:lnTo>
                  <a:pt x="34955" y="596431"/>
                </a:lnTo>
                <a:lnTo>
                  <a:pt x="34955" y="500930"/>
                </a:lnTo>
                <a:close/>
                <a:moveTo>
                  <a:pt x="94575" y="593128"/>
                </a:moveTo>
                <a:lnTo>
                  <a:pt x="46879" y="688629"/>
                </a:lnTo>
                <a:lnTo>
                  <a:pt x="-816" y="593128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94" name="Figura a mano libera: forma 93">
            <a:extLst>
              <a:ext uri="{FF2B5EF4-FFF2-40B4-BE49-F238E27FC236}">
                <a16:creationId xmlns:a16="http://schemas.microsoft.com/office/drawing/2014/main" id="{A41E8B23-171F-4548-9C19-D8490E40ADEA}"/>
              </a:ext>
            </a:extLst>
          </p:cNvPr>
          <p:cNvSpPr/>
          <p:nvPr/>
        </p:nvSpPr>
        <p:spPr>
          <a:xfrm flipV="1">
            <a:off x="6168995" y="1587946"/>
            <a:ext cx="95390" cy="689078"/>
          </a:xfrm>
          <a:custGeom>
            <a:avLst/>
            <a:gdLst>
              <a:gd name="connsiteX0" fmla="*/ 59769 w 95390"/>
              <a:gd name="connsiteY0" fmla="*/ 21 h 689078"/>
              <a:gd name="connsiteX1" fmla="*/ 59770 w 95390"/>
              <a:gd name="connsiteY1" fmla="*/ 609516 h 689078"/>
              <a:gd name="connsiteX2" fmla="*/ 35922 w 95390"/>
              <a:gd name="connsiteY2" fmla="*/ 609516 h 689078"/>
              <a:gd name="connsiteX3" fmla="*/ 35921 w 95390"/>
              <a:gd name="connsiteY3" fmla="*/ 21 h 689078"/>
              <a:gd name="connsiteX4" fmla="*/ 95541 w 95390"/>
              <a:gd name="connsiteY4" fmla="*/ 593599 h 689078"/>
              <a:gd name="connsiteX5" fmla="*/ 47846 w 95390"/>
              <a:gd name="connsiteY5" fmla="*/ 689100 h 689078"/>
              <a:gd name="connsiteX6" fmla="*/ 150 w 95390"/>
              <a:gd name="connsiteY6" fmla="*/ 593599 h 68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5390" h="689078">
                <a:moveTo>
                  <a:pt x="59769" y="21"/>
                </a:moveTo>
                <a:lnTo>
                  <a:pt x="59770" y="609516"/>
                </a:lnTo>
                <a:lnTo>
                  <a:pt x="35922" y="609516"/>
                </a:lnTo>
                <a:lnTo>
                  <a:pt x="35921" y="21"/>
                </a:lnTo>
                <a:close/>
                <a:moveTo>
                  <a:pt x="95541" y="593599"/>
                </a:moveTo>
                <a:lnTo>
                  <a:pt x="47846" y="689100"/>
                </a:lnTo>
                <a:lnTo>
                  <a:pt x="150" y="593599"/>
                </a:lnTo>
                <a:close/>
              </a:path>
            </a:pathLst>
          </a:custGeom>
          <a:solidFill>
            <a:srgbClr val="000000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F0F14128-BDD3-438B-A3E3-623AB5152E4D}"/>
              </a:ext>
            </a:extLst>
          </p:cNvPr>
          <p:cNvSpPr/>
          <p:nvPr/>
        </p:nvSpPr>
        <p:spPr>
          <a:xfrm>
            <a:off x="5032819" y="1070651"/>
            <a:ext cx="2122448" cy="517295"/>
          </a:xfrm>
          <a:custGeom>
            <a:avLst/>
            <a:gdLst>
              <a:gd name="connsiteX0" fmla="*/ -859 w 2122448"/>
              <a:gd name="connsiteY0" fmla="*/ -392 h 517295"/>
              <a:gd name="connsiteX1" fmla="*/ 2121589 w 2122448"/>
              <a:gd name="connsiteY1" fmla="*/ -392 h 517295"/>
              <a:gd name="connsiteX2" fmla="*/ 2121589 w 2122448"/>
              <a:gd name="connsiteY2" fmla="*/ 516903 h 517295"/>
              <a:gd name="connsiteX3" fmla="*/ -859 w 2122448"/>
              <a:gd name="connsiteY3" fmla="*/ 516903 h 51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2448" h="517295">
                <a:moveTo>
                  <a:pt x="-859" y="-392"/>
                </a:moveTo>
                <a:lnTo>
                  <a:pt x="2121589" y="-392"/>
                </a:lnTo>
                <a:lnTo>
                  <a:pt x="2121589" y="516903"/>
                </a:lnTo>
                <a:lnTo>
                  <a:pt x="-859" y="516903"/>
                </a:lnTo>
                <a:close/>
              </a:path>
            </a:pathLst>
          </a:custGeom>
          <a:solidFill>
            <a:srgbClr val="3A3A3A"/>
          </a:solidFill>
          <a:ln w="7947" cap="flat">
            <a:noFill/>
            <a:prstDash val="solid"/>
            <a:miter/>
          </a:ln>
        </p:spPr>
        <p:txBody>
          <a:bodyPr rtlCol="0" anchor="ctr"/>
          <a:lstStyle/>
          <a:p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73C9DFC-2895-4529-A35B-B815D6F01AE8}"/>
              </a:ext>
            </a:extLst>
          </p:cNvPr>
          <p:cNvSpPr txBox="1"/>
          <p:nvPr/>
        </p:nvSpPr>
        <p:spPr>
          <a:xfrm>
            <a:off x="5178759" y="1095709"/>
            <a:ext cx="1796576" cy="409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it-IT" sz="2255" spc="0" baseline="0" dirty="0">
                <a:solidFill>
                  <a:srgbClr val="FFFFFF"/>
                </a:solidFill>
                <a:latin typeface="Times New Roman"/>
                <a:cs typeface="Times New Roman"/>
                <a:sym typeface="Times New Roman"/>
                <a:rtl val="0"/>
              </a:rPr>
              <a:t>Query Service</a:t>
            </a:r>
          </a:p>
        </p:txBody>
      </p:sp>
    </p:spTree>
    <p:extLst>
      <p:ext uri="{BB962C8B-B14F-4D97-AF65-F5344CB8AC3E}">
        <p14:creationId xmlns:p14="http://schemas.microsoft.com/office/powerpoint/2010/main" val="242518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e 60">
            <a:extLst>
              <a:ext uri="{FF2B5EF4-FFF2-40B4-BE49-F238E27FC236}">
                <a16:creationId xmlns:a16="http://schemas.microsoft.com/office/drawing/2014/main" id="{3ADDA0EC-0A63-45F7-B62B-76FE309F87C7}"/>
              </a:ext>
            </a:extLst>
          </p:cNvPr>
          <p:cNvSpPr/>
          <p:nvPr/>
        </p:nvSpPr>
        <p:spPr>
          <a:xfrm>
            <a:off x="6663241" y="665908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3|0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B39574D-7033-3E7D-9C27-37B832F7E5D8}"/>
              </a:ext>
            </a:extLst>
          </p:cNvPr>
          <p:cNvSpPr/>
          <p:nvPr/>
        </p:nvSpPr>
        <p:spPr>
          <a:xfrm>
            <a:off x="6447449" y="577515"/>
            <a:ext cx="2182721" cy="485051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pPr algn="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B84ED35-FBF5-F339-F95F-15FDEED928EC}"/>
              </a:ext>
            </a:extLst>
          </p:cNvPr>
          <p:cNvSpPr/>
          <p:nvPr/>
        </p:nvSpPr>
        <p:spPr>
          <a:xfrm>
            <a:off x="1122947" y="577515"/>
            <a:ext cx="5256268" cy="485051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71D052AF-0FE5-1A0D-EAE3-BCDD20AC9649}"/>
              </a:ext>
            </a:extLst>
          </p:cNvPr>
          <p:cNvSpPr/>
          <p:nvPr/>
        </p:nvSpPr>
        <p:spPr>
          <a:xfrm>
            <a:off x="4518598" y="665908"/>
            <a:ext cx="822960" cy="822960"/>
          </a:xfrm>
          <a:prstGeom prst="ellipse">
            <a:avLst/>
          </a:prstGeom>
          <a:solidFill>
            <a:srgbClr val="A02B93">
              <a:alpha val="40000"/>
            </a:srgb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42EB806D-7F1A-4269-B9CF-55C7D7F1F482}"/>
              </a:ext>
            </a:extLst>
          </p:cNvPr>
          <p:cNvSpPr/>
          <p:nvPr/>
        </p:nvSpPr>
        <p:spPr>
          <a:xfrm>
            <a:off x="1185557" y="3171761"/>
            <a:ext cx="822960" cy="822960"/>
          </a:xfrm>
          <a:prstGeom prst="ellipse">
            <a:avLst/>
          </a:prstGeom>
          <a:solidFill>
            <a:srgbClr val="4EA72E">
              <a:alpha val="40000"/>
            </a:srgbClr>
          </a:solidFill>
          <a:ln w="127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</a:t>
            </a: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536A8DA9-3183-9B79-2A92-0646954A28C2}"/>
              </a:ext>
            </a:extLst>
          </p:cNvPr>
          <p:cNvSpPr/>
          <p:nvPr/>
        </p:nvSpPr>
        <p:spPr>
          <a:xfrm>
            <a:off x="2134290" y="2607165"/>
            <a:ext cx="822960" cy="822960"/>
          </a:xfrm>
          <a:prstGeom prst="ellipse">
            <a:avLst/>
          </a:prstGeom>
          <a:solidFill>
            <a:schemeClr val="accent3">
              <a:lumMod val="75000"/>
              <a:alpha val="40000"/>
            </a:schemeClr>
          </a:solidFill>
          <a:ln w="127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Parcel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747683B9-61FE-1F80-DA90-521CA6C586BA}"/>
              </a:ext>
            </a:extLst>
          </p:cNvPr>
          <p:cNvSpPr/>
          <p:nvPr/>
        </p:nvSpPr>
        <p:spPr>
          <a:xfrm>
            <a:off x="2134290" y="3841605"/>
            <a:ext cx="822960" cy="822960"/>
          </a:xfrm>
          <a:prstGeom prst="ellipse">
            <a:avLst/>
          </a:prstGeom>
          <a:solidFill>
            <a:schemeClr val="accent3">
              <a:lumMod val="75000"/>
              <a:alpha val="40000"/>
            </a:schemeClr>
          </a:solidFill>
          <a:ln w="127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Parcel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A571061-4F8D-4BE7-2EFA-929BF984F775}"/>
              </a:ext>
            </a:extLst>
          </p:cNvPr>
          <p:cNvSpPr/>
          <p:nvPr/>
        </p:nvSpPr>
        <p:spPr>
          <a:xfrm>
            <a:off x="3670466" y="1714085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5D6B9D5A-865A-2087-3397-E3037EBF17D7}"/>
              </a:ext>
            </a:extLst>
          </p:cNvPr>
          <p:cNvSpPr/>
          <p:nvPr/>
        </p:nvSpPr>
        <p:spPr>
          <a:xfrm>
            <a:off x="3670466" y="3224385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AE0604E7-E3E0-9F46-0C42-F9FC06900517}"/>
              </a:ext>
            </a:extLst>
          </p:cNvPr>
          <p:cNvCxnSpPr>
            <a:cxnSpLocks/>
            <a:stCxn id="7" idx="7"/>
            <a:endCxn id="8" idx="2"/>
          </p:cNvCxnSpPr>
          <p:nvPr/>
        </p:nvCxnSpPr>
        <p:spPr>
          <a:xfrm flipV="1">
            <a:off x="1887997" y="3018645"/>
            <a:ext cx="246293" cy="2736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553ADEE-81C0-42BE-2C49-B0939B6F0300}"/>
              </a:ext>
            </a:extLst>
          </p:cNvPr>
          <p:cNvCxnSpPr>
            <a:cxnSpLocks/>
            <a:stCxn id="7" idx="5"/>
            <a:endCxn id="9" idx="2"/>
          </p:cNvCxnSpPr>
          <p:nvPr/>
        </p:nvCxnSpPr>
        <p:spPr>
          <a:xfrm>
            <a:off x="1887997" y="3874201"/>
            <a:ext cx="246293" cy="3788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E46DA5A-EA66-4D3C-9E5A-F6CBF6DF7F92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 flipH="1">
            <a:off x="4081946" y="1368348"/>
            <a:ext cx="557172" cy="3457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4519163D-CC86-3F1E-C6CD-E80F576930C2}"/>
              </a:ext>
            </a:extLst>
          </p:cNvPr>
          <p:cNvCxnSpPr>
            <a:cxnSpLocks/>
            <a:stCxn id="8" idx="6"/>
            <a:endCxn id="10" idx="3"/>
          </p:cNvCxnSpPr>
          <p:nvPr/>
        </p:nvCxnSpPr>
        <p:spPr>
          <a:xfrm flipV="1">
            <a:off x="2957250" y="2416525"/>
            <a:ext cx="833736" cy="6021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8550AEF-89AB-535D-753F-35F6F2C2CBE2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2957250" y="3018645"/>
            <a:ext cx="713216" cy="617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908E8C83-486C-ED1A-3A52-9EFE647888AE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2957250" y="3635865"/>
            <a:ext cx="713216" cy="617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e 31">
            <a:extLst>
              <a:ext uri="{FF2B5EF4-FFF2-40B4-BE49-F238E27FC236}">
                <a16:creationId xmlns:a16="http://schemas.microsoft.com/office/drawing/2014/main" id="{4CE3F701-2979-A905-B443-7E6ADBE75E2E}"/>
              </a:ext>
            </a:extLst>
          </p:cNvPr>
          <p:cNvSpPr/>
          <p:nvPr/>
        </p:nvSpPr>
        <p:spPr>
          <a:xfrm>
            <a:off x="5346238" y="1714085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427EC385-C3EE-B6D3-8616-D38A062181E3}"/>
              </a:ext>
            </a:extLst>
          </p:cNvPr>
          <p:cNvSpPr/>
          <p:nvPr/>
        </p:nvSpPr>
        <p:spPr>
          <a:xfrm>
            <a:off x="5346238" y="2742792"/>
            <a:ext cx="822960" cy="822960"/>
          </a:xfrm>
          <a:prstGeom prst="ellipse">
            <a:avLst/>
          </a:prstGeom>
          <a:solidFill>
            <a:schemeClr val="accent4">
              <a:alpha val="40000"/>
            </a:schemeClr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08EE9E47-742C-4396-9D4C-E304329F1A93}"/>
              </a:ext>
            </a:extLst>
          </p:cNvPr>
          <p:cNvSpPr/>
          <p:nvPr/>
        </p:nvSpPr>
        <p:spPr>
          <a:xfrm>
            <a:off x="5346238" y="3771499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90B0C19A-E6AA-61AF-374C-EA446A5D2B1B}"/>
              </a:ext>
            </a:extLst>
          </p:cNvPr>
          <p:cNvCxnSpPr>
            <a:cxnSpLocks/>
            <a:stCxn id="10" idx="6"/>
            <a:endCxn id="32" idx="2"/>
          </p:cNvCxnSpPr>
          <p:nvPr/>
        </p:nvCxnSpPr>
        <p:spPr>
          <a:xfrm>
            <a:off x="4493426" y="2125565"/>
            <a:ext cx="852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FD6B922-A13C-3E72-DEE1-1579B6568429}"/>
              </a:ext>
            </a:extLst>
          </p:cNvPr>
          <p:cNvCxnSpPr>
            <a:cxnSpLocks/>
            <a:stCxn id="10" idx="6"/>
            <a:endCxn id="33" idx="2"/>
          </p:cNvCxnSpPr>
          <p:nvPr/>
        </p:nvCxnSpPr>
        <p:spPr>
          <a:xfrm>
            <a:off x="4493426" y="2125565"/>
            <a:ext cx="852812" cy="10287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57C002A0-25DC-EC65-09AF-D565335F4BD2}"/>
              </a:ext>
            </a:extLst>
          </p:cNvPr>
          <p:cNvCxnSpPr>
            <a:cxnSpLocks/>
            <a:stCxn id="11" idx="6"/>
            <a:endCxn id="34" idx="2"/>
          </p:cNvCxnSpPr>
          <p:nvPr/>
        </p:nvCxnSpPr>
        <p:spPr>
          <a:xfrm>
            <a:off x="4493426" y="3635865"/>
            <a:ext cx="852812" cy="5471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A946471F-ABD8-1790-5C57-45A716CF7CFC}"/>
              </a:ext>
            </a:extLst>
          </p:cNvPr>
          <p:cNvCxnSpPr>
            <a:cxnSpLocks/>
            <a:stCxn id="32" idx="6"/>
            <a:endCxn id="64" idx="2"/>
          </p:cNvCxnSpPr>
          <p:nvPr/>
        </p:nvCxnSpPr>
        <p:spPr>
          <a:xfrm flipV="1">
            <a:off x="6169198" y="2100380"/>
            <a:ext cx="640726" cy="2518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357EC26-DD7F-499D-BBE2-85722C367C2E}"/>
              </a:ext>
            </a:extLst>
          </p:cNvPr>
          <p:cNvSpPr txBox="1"/>
          <p:nvPr/>
        </p:nvSpPr>
        <p:spPr>
          <a:xfrm>
            <a:off x="3151300" y="2481080"/>
            <a:ext cx="445635" cy="492443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2)</a:t>
            </a:r>
          </a:p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BD484449-8EE4-4D1C-B9EE-3FFF9CAE91CB}"/>
              </a:ext>
            </a:extLst>
          </p:cNvPr>
          <p:cNvSpPr txBox="1"/>
          <p:nvPr/>
        </p:nvSpPr>
        <p:spPr>
          <a:xfrm>
            <a:off x="3058979" y="3902021"/>
            <a:ext cx="572273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EDFCA5BF-EBBF-4CF3-BF23-E2B34EE69A66}"/>
              </a:ext>
            </a:extLst>
          </p:cNvPr>
          <p:cNvSpPr txBox="1"/>
          <p:nvPr/>
        </p:nvSpPr>
        <p:spPr>
          <a:xfrm>
            <a:off x="4660557" y="1839031"/>
            <a:ext cx="572273" cy="492443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38D3EB2-DDDB-4C3C-A2C7-B5B19792FB5F}"/>
              </a:ext>
            </a:extLst>
          </p:cNvPr>
          <p:cNvSpPr txBox="1"/>
          <p:nvPr/>
        </p:nvSpPr>
        <p:spPr>
          <a:xfrm>
            <a:off x="4660557" y="2482128"/>
            <a:ext cx="572273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DADBD2A1-3C26-4B12-B773-2840D097A7CE}"/>
              </a:ext>
            </a:extLst>
          </p:cNvPr>
          <p:cNvSpPr txBox="1"/>
          <p:nvPr/>
        </p:nvSpPr>
        <p:spPr>
          <a:xfrm>
            <a:off x="4660557" y="3775714"/>
            <a:ext cx="572273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E9B49F52-A3E9-4E93-9AFE-FE6A942EE4A5}"/>
              </a:ext>
            </a:extLst>
          </p:cNvPr>
          <p:cNvSpPr txBox="1"/>
          <p:nvPr/>
        </p:nvSpPr>
        <p:spPr>
          <a:xfrm>
            <a:off x="5751251" y="808531"/>
            <a:ext cx="445635" cy="492443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[0, 1)</a:t>
            </a:r>
          </a:p>
          <a:p>
            <a:r>
              <a:rPr lang="it-IT" dirty="0"/>
              <a:t>e</a:t>
            </a:r>
            <a:r>
              <a:rPr lang="it-IT" baseline="-25000" dirty="0"/>
              <a:t>4</a:t>
            </a:r>
            <a:endParaRPr lang="en-US" baseline="-25000" dirty="0"/>
          </a:p>
        </p:txBody>
      </p: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62C663BD-5DAD-A34B-81DC-A24155AC5B1D}"/>
              </a:ext>
            </a:extLst>
          </p:cNvPr>
          <p:cNvCxnSpPr>
            <a:cxnSpLocks/>
            <a:stCxn id="34" idx="6"/>
            <a:endCxn id="73" idx="2"/>
          </p:cNvCxnSpPr>
          <p:nvPr/>
        </p:nvCxnSpPr>
        <p:spPr>
          <a:xfrm flipV="1">
            <a:off x="6169198" y="4085850"/>
            <a:ext cx="636423" cy="9712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B0D4AFD8-FF9C-B0AA-FFE6-DA88984D9606}"/>
              </a:ext>
            </a:extLst>
          </p:cNvPr>
          <p:cNvCxnSpPr>
            <a:cxnSpLocks/>
            <a:stCxn id="34" idx="6"/>
            <a:endCxn id="76" idx="1"/>
          </p:cNvCxnSpPr>
          <p:nvPr/>
        </p:nvCxnSpPr>
        <p:spPr>
          <a:xfrm>
            <a:off x="6169198" y="4182979"/>
            <a:ext cx="1206447" cy="46648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2256E265-288A-E0B6-915E-227D18851748}"/>
              </a:ext>
            </a:extLst>
          </p:cNvPr>
          <p:cNvCxnSpPr>
            <a:cxnSpLocks/>
            <a:stCxn id="33" idx="6"/>
            <a:endCxn id="66" idx="2"/>
          </p:cNvCxnSpPr>
          <p:nvPr/>
        </p:nvCxnSpPr>
        <p:spPr>
          <a:xfrm flipV="1">
            <a:off x="6169198" y="2472625"/>
            <a:ext cx="1554018" cy="68164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CF952C3A-2089-B2B9-76BA-5833A78C7001}"/>
              </a:ext>
            </a:extLst>
          </p:cNvPr>
          <p:cNvCxnSpPr>
            <a:cxnSpLocks/>
            <a:stCxn id="33" idx="6"/>
            <a:endCxn id="67" idx="2"/>
          </p:cNvCxnSpPr>
          <p:nvPr/>
        </p:nvCxnSpPr>
        <p:spPr>
          <a:xfrm flipV="1">
            <a:off x="6169198" y="3103887"/>
            <a:ext cx="785200" cy="5038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7A00F86-0739-9240-BB49-EF7A3F5EC82B}"/>
              </a:ext>
            </a:extLst>
          </p:cNvPr>
          <p:cNvCxnSpPr>
            <a:cxnSpLocks/>
            <a:stCxn id="33" idx="6"/>
            <a:endCxn id="71" idx="2"/>
          </p:cNvCxnSpPr>
          <p:nvPr/>
        </p:nvCxnSpPr>
        <p:spPr>
          <a:xfrm>
            <a:off x="6169198" y="3154272"/>
            <a:ext cx="1463686" cy="53312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A1698E35-ED2C-485C-9C8C-3337C68CD65A}"/>
              </a:ext>
            </a:extLst>
          </p:cNvPr>
          <p:cNvSpPr txBox="1"/>
          <p:nvPr/>
        </p:nvSpPr>
        <p:spPr>
          <a:xfrm>
            <a:off x="3163976" y="3193221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[2, 4)</a:t>
            </a:r>
            <a:endParaRPr lang="en-US" sz="1600" dirty="0"/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DB1E7729-55EE-4FF9-A6AD-5982BC1F4AC6}"/>
              </a:ext>
            </a:extLst>
          </p:cNvPr>
          <p:cNvSpPr/>
          <p:nvPr/>
        </p:nvSpPr>
        <p:spPr>
          <a:xfrm>
            <a:off x="7532050" y="999972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3|1</a:t>
            </a:r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E58A2D65-54BF-4B9D-8075-B2C169D2430F}"/>
              </a:ext>
            </a:extLst>
          </p:cNvPr>
          <p:cNvSpPr/>
          <p:nvPr/>
        </p:nvSpPr>
        <p:spPr>
          <a:xfrm>
            <a:off x="6809924" y="168890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3)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3|2</a:t>
            </a:r>
          </a:p>
        </p:txBody>
      </p:sp>
      <p:sp>
        <p:nvSpPr>
          <p:cNvPr id="66" name="Ovale 65">
            <a:extLst>
              <a:ext uri="{FF2B5EF4-FFF2-40B4-BE49-F238E27FC236}">
                <a16:creationId xmlns:a16="http://schemas.microsoft.com/office/drawing/2014/main" id="{2E9918E6-A434-434B-AF3B-4F6753BE0961}"/>
              </a:ext>
            </a:extLst>
          </p:cNvPr>
          <p:cNvSpPr/>
          <p:nvPr/>
        </p:nvSpPr>
        <p:spPr>
          <a:xfrm>
            <a:off x="7723216" y="2061145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8|0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10211C10-6250-40AA-AB20-B0C170FFC61D}"/>
              </a:ext>
            </a:extLst>
          </p:cNvPr>
          <p:cNvSpPr/>
          <p:nvPr/>
        </p:nvSpPr>
        <p:spPr>
          <a:xfrm>
            <a:off x="6954398" y="2692407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8|1</a:t>
            </a:r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9994AFD5-7FA1-432A-B676-92C7883A4E23}"/>
              </a:ext>
            </a:extLst>
          </p:cNvPr>
          <p:cNvSpPr/>
          <p:nvPr/>
        </p:nvSpPr>
        <p:spPr>
          <a:xfrm>
            <a:off x="7632884" y="327592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3)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8|2</a:t>
            </a:r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836AD974-6CD4-40B2-854D-586F86716334}"/>
              </a:ext>
            </a:extLst>
          </p:cNvPr>
          <p:cNvSpPr/>
          <p:nvPr/>
        </p:nvSpPr>
        <p:spPr>
          <a:xfrm>
            <a:off x="6805621" y="367437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9|0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FC97614D-B87F-4800-A106-1FF518E200E7}"/>
              </a:ext>
            </a:extLst>
          </p:cNvPr>
          <p:cNvSpPr/>
          <p:nvPr/>
        </p:nvSpPr>
        <p:spPr>
          <a:xfrm>
            <a:off x="7255125" y="4528943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4)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9|3</a:t>
            </a:r>
          </a:p>
        </p:txBody>
      </p: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7DA28637-8276-4F69-8697-758E33C6B40B}"/>
              </a:ext>
            </a:extLst>
          </p:cNvPr>
          <p:cNvCxnSpPr>
            <a:cxnSpLocks/>
            <a:stCxn id="61" idx="2"/>
            <a:endCxn id="6" idx="6"/>
          </p:cNvCxnSpPr>
          <p:nvPr/>
        </p:nvCxnSpPr>
        <p:spPr>
          <a:xfrm flipH="1">
            <a:off x="5341558" y="1077388"/>
            <a:ext cx="13216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CCF19F85-953D-47F0-B01C-DB08CC8F3011}"/>
              </a:ext>
            </a:extLst>
          </p:cNvPr>
          <p:cNvSpPr txBox="1"/>
          <p:nvPr/>
        </p:nvSpPr>
        <p:spPr>
          <a:xfrm>
            <a:off x="6641915" y="1232420"/>
            <a:ext cx="65" cy="164148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14C0F22-C7E8-4620-BD85-764A6225F870}"/>
              </a:ext>
            </a:extLst>
          </p:cNvPr>
          <p:cNvSpPr txBox="1"/>
          <p:nvPr/>
        </p:nvSpPr>
        <p:spPr>
          <a:xfrm>
            <a:off x="6502941" y="1207175"/>
            <a:ext cx="160300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184E11CB-8E79-DFC4-BC1B-269CBA09D110}"/>
              </a:ext>
            </a:extLst>
          </p:cNvPr>
          <p:cNvCxnSpPr>
            <a:cxnSpLocks/>
            <a:stCxn id="32" idx="6"/>
            <a:endCxn id="63" idx="2"/>
          </p:cNvCxnSpPr>
          <p:nvPr/>
        </p:nvCxnSpPr>
        <p:spPr>
          <a:xfrm flipV="1">
            <a:off x="6169198" y="1411452"/>
            <a:ext cx="1362852" cy="71411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B552CEE5-AD1C-4D79-BBEB-B80637A3C76C}"/>
              </a:ext>
            </a:extLst>
          </p:cNvPr>
          <p:cNvSpPr txBox="1"/>
          <p:nvPr/>
        </p:nvSpPr>
        <p:spPr>
          <a:xfrm rot="18492814">
            <a:off x="6102420" y="2923738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28339B7B-FEDE-461A-BA94-95E1A880F3AE}"/>
              </a:ext>
            </a:extLst>
          </p:cNvPr>
          <p:cNvSpPr txBox="1"/>
          <p:nvPr/>
        </p:nvSpPr>
        <p:spPr>
          <a:xfrm rot="18492814">
            <a:off x="6102420" y="3924235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7E3761E-5B14-4ED8-9D39-81EDF949002C}"/>
              </a:ext>
            </a:extLst>
          </p:cNvPr>
          <p:cNvSpPr txBox="1"/>
          <p:nvPr/>
        </p:nvSpPr>
        <p:spPr>
          <a:xfrm rot="18492814">
            <a:off x="6102420" y="1741608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F63F9B16-190A-CB52-738A-56CD8C6DDD17}"/>
              </a:ext>
            </a:extLst>
          </p:cNvPr>
          <p:cNvCxnSpPr>
            <a:cxnSpLocks/>
            <a:stCxn id="32" idx="6"/>
            <a:endCxn id="61" idx="3"/>
          </p:cNvCxnSpPr>
          <p:nvPr/>
        </p:nvCxnSpPr>
        <p:spPr>
          <a:xfrm flipV="1">
            <a:off x="6169198" y="1368348"/>
            <a:ext cx="614563" cy="75721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98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e 60">
            <a:extLst>
              <a:ext uri="{FF2B5EF4-FFF2-40B4-BE49-F238E27FC236}">
                <a16:creationId xmlns:a16="http://schemas.microsoft.com/office/drawing/2014/main" id="{3ADDA0EC-0A63-45F7-B62B-76FE309F87C7}"/>
              </a:ext>
            </a:extLst>
          </p:cNvPr>
          <p:cNvSpPr/>
          <p:nvPr/>
        </p:nvSpPr>
        <p:spPr>
          <a:xfrm>
            <a:off x="8456492" y="90055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3|0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B39574D-7033-3E7D-9C27-37B832F7E5D8}"/>
              </a:ext>
            </a:extLst>
          </p:cNvPr>
          <p:cNvSpPr/>
          <p:nvPr/>
        </p:nvSpPr>
        <p:spPr>
          <a:xfrm>
            <a:off x="8327683" y="817672"/>
            <a:ext cx="1836515" cy="522265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pPr algn="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B84ED35-FBF5-F339-F95F-15FDEED928EC}"/>
              </a:ext>
            </a:extLst>
          </p:cNvPr>
          <p:cNvSpPr/>
          <p:nvPr/>
        </p:nvSpPr>
        <p:spPr>
          <a:xfrm>
            <a:off x="3932552" y="817672"/>
            <a:ext cx="4326895" cy="522265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536A8DA9-3183-9B79-2A92-0646954A28C2}"/>
              </a:ext>
            </a:extLst>
          </p:cNvPr>
          <p:cNvSpPr/>
          <p:nvPr/>
        </p:nvSpPr>
        <p:spPr>
          <a:xfrm>
            <a:off x="4014523" y="3219460"/>
            <a:ext cx="822960" cy="822960"/>
          </a:xfrm>
          <a:prstGeom prst="ellipse">
            <a:avLst/>
          </a:prstGeom>
          <a:solidFill>
            <a:schemeClr val="accent3">
              <a:lumMod val="75000"/>
              <a:alpha val="40000"/>
            </a:schemeClr>
          </a:solidFill>
          <a:ln w="127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Parcel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A571061-4F8D-4BE7-2EFA-929BF984F775}"/>
              </a:ext>
            </a:extLst>
          </p:cNvPr>
          <p:cNvSpPr/>
          <p:nvPr/>
        </p:nvSpPr>
        <p:spPr>
          <a:xfrm>
            <a:off x="5550699" y="2326380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5D6B9D5A-865A-2087-3397-E3037EBF17D7}"/>
              </a:ext>
            </a:extLst>
          </p:cNvPr>
          <p:cNvSpPr/>
          <p:nvPr/>
        </p:nvSpPr>
        <p:spPr>
          <a:xfrm>
            <a:off x="5550699" y="3836680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4)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4519163D-CC86-3F1E-C6CD-E80F576930C2}"/>
              </a:ext>
            </a:extLst>
          </p:cNvPr>
          <p:cNvCxnSpPr>
            <a:cxnSpLocks/>
            <a:stCxn id="8" idx="6"/>
            <a:endCxn id="10" idx="3"/>
          </p:cNvCxnSpPr>
          <p:nvPr/>
        </p:nvCxnSpPr>
        <p:spPr>
          <a:xfrm flipV="1">
            <a:off x="4837483" y="3028820"/>
            <a:ext cx="833736" cy="6021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8550AEF-89AB-535D-753F-35F6F2C2CBE2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4837483" y="3630940"/>
            <a:ext cx="713216" cy="61722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e 31">
            <a:extLst>
              <a:ext uri="{FF2B5EF4-FFF2-40B4-BE49-F238E27FC236}">
                <a16:creationId xmlns:a16="http://schemas.microsoft.com/office/drawing/2014/main" id="{4CE3F701-2979-A905-B443-7E6ADBE75E2E}"/>
              </a:ext>
            </a:extLst>
          </p:cNvPr>
          <p:cNvSpPr/>
          <p:nvPr/>
        </p:nvSpPr>
        <p:spPr>
          <a:xfrm>
            <a:off x="7226471" y="2326380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427EC385-C3EE-B6D3-8616-D38A062181E3}"/>
              </a:ext>
            </a:extLst>
          </p:cNvPr>
          <p:cNvSpPr/>
          <p:nvPr/>
        </p:nvSpPr>
        <p:spPr>
          <a:xfrm>
            <a:off x="7226471" y="3355087"/>
            <a:ext cx="822960" cy="822960"/>
          </a:xfrm>
          <a:prstGeom prst="ellipse">
            <a:avLst/>
          </a:prstGeom>
          <a:solidFill>
            <a:schemeClr val="accent4">
              <a:alpha val="40000"/>
            </a:schemeClr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08EE9E47-742C-4396-9D4C-E304329F1A93}"/>
              </a:ext>
            </a:extLst>
          </p:cNvPr>
          <p:cNvSpPr/>
          <p:nvPr/>
        </p:nvSpPr>
        <p:spPr>
          <a:xfrm>
            <a:off x="7226471" y="4383794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4)</a:t>
            </a: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90B0C19A-E6AA-61AF-374C-EA446A5D2B1B}"/>
              </a:ext>
            </a:extLst>
          </p:cNvPr>
          <p:cNvCxnSpPr>
            <a:cxnSpLocks/>
            <a:stCxn id="10" idx="6"/>
            <a:endCxn id="32" idx="2"/>
          </p:cNvCxnSpPr>
          <p:nvPr/>
        </p:nvCxnSpPr>
        <p:spPr>
          <a:xfrm>
            <a:off x="6373659" y="2737860"/>
            <a:ext cx="852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FD6B922-A13C-3E72-DEE1-1579B6568429}"/>
              </a:ext>
            </a:extLst>
          </p:cNvPr>
          <p:cNvCxnSpPr>
            <a:cxnSpLocks/>
            <a:stCxn id="10" idx="6"/>
            <a:endCxn id="33" idx="2"/>
          </p:cNvCxnSpPr>
          <p:nvPr/>
        </p:nvCxnSpPr>
        <p:spPr>
          <a:xfrm>
            <a:off x="6373659" y="2737860"/>
            <a:ext cx="852812" cy="102870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57C002A0-25DC-EC65-09AF-D565335F4BD2}"/>
              </a:ext>
            </a:extLst>
          </p:cNvPr>
          <p:cNvCxnSpPr>
            <a:cxnSpLocks/>
            <a:stCxn id="11" idx="6"/>
            <a:endCxn id="34" idx="2"/>
          </p:cNvCxnSpPr>
          <p:nvPr/>
        </p:nvCxnSpPr>
        <p:spPr>
          <a:xfrm>
            <a:off x="6373659" y="4248160"/>
            <a:ext cx="852812" cy="547114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F63F9B16-190A-CB52-738A-56CD8C6DDD17}"/>
              </a:ext>
            </a:extLst>
          </p:cNvPr>
          <p:cNvCxnSpPr>
            <a:cxnSpLocks/>
            <a:stCxn id="32" idx="6"/>
            <a:endCxn id="61" idx="3"/>
          </p:cNvCxnSpPr>
          <p:nvPr/>
        </p:nvCxnSpPr>
        <p:spPr>
          <a:xfrm flipV="1">
            <a:off x="8049431" y="1602990"/>
            <a:ext cx="527581" cy="11348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184E11CB-8E79-DFC4-BC1B-269CBA09D110}"/>
              </a:ext>
            </a:extLst>
          </p:cNvPr>
          <p:cNvCxnSpPr>
            <a:cxnSpLocks/>
            <a:stCxn id="32" idx="6"/>
            <a:endCxn id="63" idx="2"/>
          </p:cNvCxnSpPr>
          <p:nvPr/>
        </p:nvCxnSpPr>
        <p:spPr>
          <a:xfrm flipV="1">
            <a:off x="8049431" y="1887815"/>
            <a:ext cx="1166748" cy="850045"/>
          </a:xfrm>
          <a:prstGeom prst="straightConnector1">
            <a:avLst/>
          </a:prstGeom>
          <a:ln w="12700">
            <a:solidFill>
              <a:schemeClr val="tx1"/>
            </a:solidFill>
            <a:prstDash val="dash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357EC26-DD7F-499D-BBE2-85722C367C2E}"/>
              </a:ext>
            </a:extLst>
          </p:cNvPr>
          <p:cNvSpPr txBox="1"/>
          <p:nvPr/>
        </p:nvSpPr>
        <p:spPr>
          <a:xfrm>
            <a:off x="5044209" y="3169886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EDFCA5BF-EBBF-4CF3-BF23-E2B34EE69A66}"/>
              </a:ext>
            </a:extLst>
          </p:cNvPr>
          <p:cNvSpPr txBox="1"/>
          <p:nvPr/>
        </p:nvSpPr>
        <p:spPr>
          <a:xfrm>
            <a:off x="6561110" y="2484295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38D3EB2-DDDB-4C3C-A2C7-B5B19792FB5F}"/>
              </a:ext>
            </a:extLst>
          </p:cNvPr>
          <p:cNvSpPr txBox="1"/>
          <p:nvPr/>
        </p:nvSpPr>
        <p:spPr>
          <a:xfrm>
            <a:off x="6561110" y="3094423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DADBD2A1-3C26-4B12-B773-2840D097A7CE}"/>
              </a:ext>
            </a:extLst>
          </p:cNvPr>
          <p:cNvSpPr txBox="1"/>
          <p:nvPr/>
        </p:nvSpPr>
        <p:spPr>
          <a:xfrm>
            <a:off x="6561110" y="4388009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4)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B0D4AFD8-FF9C-B0AA-FFE6-DA88984D9606}"/>
              </a:ext>
            </a:extLst>
          </p:cNvPr>
          <p:cNvCxnSpPr>
            <a:cxnSpLocks/>
            <a:stCxn id="34" idx="6"/>
            <a:endCxn id="76" idx="1"/>
          </p:cNvCxnSpPr>
          <p:nvPr/>
        </p:nvCxnSpPr>
        <p:spPr>
          <a:xfrm>
            <a:off x="8049431" y="4795274"/>
            <a:ext cx="1087628" cy="464766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CF952C3A-2089-B2B9-76BA-5833A78C7001}"/>
              </a:ext>
            </a:extLst>
          </p:cNvPr>
          <p:cNvCxnSpPr>
            <a:cxnSpLocks/>
            <a:stCxn id="33" idx="6"/>
            <a:endCxn id="67" idx="2"/>
          </p:cNvCxnSpPr>
          <p:nvPr/>
        </p:nvCxnSpPr>
        <p:spPr>
          <a:xfrm flipV="1">
            <a:off x="8049431" y="3716182"/>
            <a:ext cx="785200" cy="5038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A1698E35-ED2C-485C-9C8C-3337C68CD65A}"/>
              </a:ext>
            </a:extLst>
          </p:cNvPr>
          <p:cNvSpPr txBox="1"/>
          <p:nvPr/>
        </p:nvSpPr>
        <p:spPr>
          <a:xfrm>
            <a:off x="5044209" y="3805516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it-IT" sz="1600" dirty="0"/>
              <a:t>[2, 4)</a:t>
            </a:r>
            <a:endParaRPr lang="en-US" sz="1600" dirty="0"/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DB1E7729-55EE-4FF9-A6AD-5982BC1F4AC6}"/>
              </a:ext>
            </a:extLst>
          </p:cNvPr>
          <p:cNvSpPr/>
          <p:nvPr/>
        </p:nvSpPr>
        <p:spPr>
          <a:xfrm>
            <a:off x="9216179" y="1476335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3|1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10211C10-6250-40AA-AB20-B0C170FFC61D}"/>
              </a:ext>
            </a:extLst>
          </p:cNvPr>
          <p:cNvSpPr/>
          <p:nvPr/>
        </p:nvSpPr>
        <p:spPr>
          <a:xfrm>
            <a:off x="8834631" y="3304702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8|1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FC97614D-B87F-4800-A106-1FF518E200E7}"/>
              </a:ext>
            </a:extLst>
          </p:cNvPr>
          <p:cNvSpPr/>
          <p:nvPr/>
        </p:nvSpPr>
        <p:spPr>
          <a:xfrm>
            <a:off x="9016539" y="513952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4)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9|3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88503C8E-3A5A-4773-82EB-5FEDAFA4BF7B}"/>
              </a:ext>
            </a:extLst>
          </p:cNvPr>
          <p:cNvSpPr txBox="1"/>
          <p:nvPr/>
        </p:nvSpPr>
        <p:spPr>
          <a:xfrm>
            <a:off x="8390334" y="4859763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4)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B5CD3823-073E-4274-B7A8-7CFF6BC09874}"/>
              </a:ext>
            </a:extLst>
          </p:cNvPr>
          <p:cNvSpPr txBox="1"/>
          <p:nvPr/>
        </p:nvSpPr>
        <p:spPr>
          <a:xfrm>
            <a:off x="8295414" y="3593071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891EDC75-03D8-4C04-B3C0-E478BEDA4E78}"/>
              </a:ext>
            </a:extLst>
          </p:cNvPr>
          <p:cNvSpPr txBox="1"/>
          <p:nvPr/>
        </p:nvSpPr>
        <p:spPr>
          <a:xfrm>
            <a:off x="8169517" y="1802943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6F03A04C-22AB-4636-86B0-F60243FB495C}"/>
              </a:ext>
            </a:extLst>
          </p:cNvPr>
          <p:cNvSpPr txBox="1"/>
          <p:nvPr/>
        </p:nvSpPr>
        <p:spPr>
          <a:xfrm>
            <a:off x="8486286" y="2106328"/>
            <a:ext cx="445635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2)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866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Ovale 60">
            <a:extLst>
              <a:ext uri="{FF2B5EF4-FFF2-40B4-BE49-F238E27FC236}">
                <a16:creationId xmlns:a16="http://schemas.microsoft.com/office/drawing/2014/main" id="{3ADDA0EC-0A63-45F7-B62B-76FE309F87C7}"/>
              </a:ext>
            </a:extLst>
          </p:cNvPr>
          <p:cNvSpPr/>
          <p:nvPr/>
        </p:nvSpPr>
        <p:spPr>
          <a:xfrm>
            <a:off x="7237802" y="-823167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3|0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B39574D-7033-3E7D-9C27-37B832F7E5D8}"/>
              </a:ext>
            </a:extLst>
          </p:cNvPr>
          <p:cNvSpPr/>
          <p:nvPr/>
        </p:nvSpPr>
        <p:spPr>
          <a:xfrm>
            <a:off x="6483351" y="-1362075"/>
            <a:ext cx="3056326" cy="27241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pPr algn="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B84ED35-FBF5-F339-F95F-15FDEED928EC}"/>
              </a:ext>
            </a:extLst>
          </p:cNvPr>
          <p:cNvSpPr/>
          <p:nvPr/>
        </p:nvSpPr>
        <p:spPr>
          <a:xfrm>
            <a:off x="3322887" y="-1362076"/>
            <a:ext cx="3056328" cy="2724151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A571061-4F8D-4BE7-2EFA-929BF984F775}"/>
              </a:ext>
            </a:extLst>
          </p:cNvPr>
          <p:cNvSpPr/>
          <p:nvPr/>
        </p:nvSpPr>
        <p:spPr>
          <a:xfrm>
            <a:off x="3670466" y="225009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4CE3F701-2979-A905-B443-7E6ADBE75E2E}"/>
              </a:ext>
            </a:extLst>
          </p:cNvPr>
          <p:cNvSpPr/>
          <p:nvPr/>
        </p:nvSpPr>
        <p:spPr>
          <a:xfrm>
            <a:off x="5346238" y="225009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28575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90B0C19A-E6AA-61AF-374C-EA446A5D2B1B}"/>
              </a:ext>
            </a:extLst>
          </p:cNvPr>
          <p:cNvCxnSpPr>
            <a:cxnSpLocks/>
            <a:stCxn id="10" idx="6"/>
            <a:endCxn id="32" idx="2"/>
          </p:cNvCxnSpPr>
          <p:nvPr/>
        </p:nvCxnSpPr>
        <p:spPr>
          <a:xfrm>
            <a:off x="4493426" y="636489"/>
            <a:ext cx="852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A946471F-ABD8-1790-5C57-45A716CF7CFC}"/>
              </a:ext>
            </a:extLst>
          </p:cNvPr>
          <p:cNvCxnSpPr>
            <a:cxnSpLocks/>
            <a:stCxn id="32" idx="6"/>
            <a:endCxn id="64" idx="2"/>
          </p:cNvCxnSpPr>
          <p:nvPr/>
        </p:nvCxnSpPr>
        <p:spPr>
          <a:xfrm flipV="1">
            <a:off x="6169198" y="611305"/>
            <a:ext cx="1215287" cy="2518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e 62">
            <a:extLst>
              <a:ext uri="{FF2B5EF4-FFF2-40B4-BE49-F238E27FC236}">
                <a16:creationId xmlns:a16="http://schemas.microsoft.com/office/drawing/2014/main" id="{DB1E7729-55EE-4FF9-A6AD-5982BC1F4AC6}"/>
              </a:ext>
            </a:extLst>
          </p:cNvPr>
          <p:cNvSpPr/>
          <p:nvPr/>
        </p:nvSpPr>
        <p:spPr>
          <a:xfrm>
            <a:off x="8106611" y="-489103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3|1</a:t>
            </a:r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E58A2D65-54BF-4B9D-8075-B2C169D2430F}"/>
              </a:ext>
            </a:extLst>
          </p:cNvPr>
          <p:cNvSpPr/>
          <p:nvPr/>
        </p:nvSpPr>
        <p:spPr>
          <a:xfrm>
            <a:off x="7384485" y="199825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3)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3|2</a:t>
            </a:r>
          </a:p>
        </p:txBody>
      </p: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CCF19F85-953D-47F0-B01C-DB08CC8F3011}"/>
              </a:ext>
            </a:extLst>
          </p:cNvPr>
          <p:cNvSpPr txBox="1"/>
          <p:nvPr/>
        </p:nvSpPr>
        <p:spPr>
          <a:xfrm>
            <a:off x="7216476" y="-256655"/>
            <a:ext cx="65" cy="164148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184E11CB-8E79-DFC4-BC1B-269CBA09D110}"/>
              </a:ext>
            </a:extLst>
          </p:cNvPr>
          <p:cNvCxnSpPr>
            <a:cxnSpLocks/>
            <a:stCxn id="32" idx="6"/>
            <a:endCxn id="63" idx="2"/>
          </p:cNvCxnSpPr>
          <p:nvPr/>
        </p:nvCxnSpPr>
        <p:spPr>
          <a:xfrm flipV="1">
            <a:off x="6169198" y="-77623"/>
            <a:ext cx="1937413" cy="71411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F63F9B16-190A-CB52-738A-56CD8C6DDD17}"/>
              </a:ext>
            </a:extLst>
          </p:cNvPr>
          <p:cNvCxnSpPr>
            <a:cxnSpLocks/>
            <a:stCxn id="32" idx="6"/>
            <a:endCxn id="61" idx="3"/>
          </p:cNvCxnSpPr>
          <p:nvPr/>
        </p:nvCxnSpPr>
        <p:spPr>
          <a:xfrm flipV="1">
            <a:off x="6169198" y="-120727"/>
            <a:ext cx="1189124" cy="757216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ttangolo 14">
            <a:extLst>
              <a:ext uri="{FF2B5EF4-FFF2-40B4-BE49-F238E27FC236}">
                <a16:creationId xmlns:a16="http://schemas.microsoft.com/office/drawing/2014/main" id="{79FF9ADE-80BB-4005-962A-CE6DB153105F}"/>
              </a:ext>
            </a:extLst>
          </p:cNvPr>
          <p:cNvSpPr/>
          <p:nvPr/>
        </p:nvSpPr>
        <p:spPr>
          <a:xfrm>
            <a:off x="6992158" y="-955676"/>
            <a:ext cx="2145492" cy="2095500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C9AB130F-4994-4DE5-85FD-DBE39EC030B6}"/>
              </a:ext>
            </a:extLst>
          </p:cNvPr>
          <p:cNvSpPr/>
          <p:nvPr/>
        </p:nvSpPr>
        <p:spPr>
          <a:xfrm>
            <a:off x="3530600" y="5196178"/>
            <a:ext cx="5607050" cy="1249071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72" name="Ovale 71">
            <a:extLst>
              <a:ext uri="{FF2B5EF4-FFF2-40B4-BE49-F238E27FC236}">
                <a16:creationId xmlns:a16="http://schemas.microsoft.com/office/drawing/2014/main" id="{74561573-7DF3-43AA-B7BF-471AC03B3F90}"/>
              </a:ext>
            </a:extLst>
          </p:cNvPr>
          <p:cNvSpPr/>
          <p:nvPr/>
        </p:nvSpPr>
        <p:spPr>
          <a:xfrm>
            <a:off x="3670467" y="5470334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9ED886FC-C3AC-4098-8E7C-7EC0ECFA65E1}"/>
              </a:ext>
            </a:extLst>
          </p:cNvPr>
          <p:cNvSpPr/>
          <p:nvPr/>
        </p:nvSpPr>
        <p:spPr>
          <a:xfrm>
            <a:off x="5346239" y="5470334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28575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78" name="Connettore 2 77">
            <a:extLst>
              <a:ext uri="{FF2B5EF4-FFF2-40B4-BE49-F238E27FC236}">
                <a16:creationId xmlns:a16="http://schemas.microsoft.com/office/drawing/2014/main" id="{766D7823-5394-4657-A126-28A10278B4D1}"/>
              </a:ext>
            </a:extLst>
          </p:cNvPr>
          <p:cNvCxnSpPr>
            <a:cxnSpLocks/>
            <a:stCxn id="72" idx="6"/>
            <a:endCxn id="77" idx="2"/>
          </p:cNvCxnSpPr>
          <p:nvPr/>
        </p:nvCxnSpPr>
        <p:spPr>
          <a:xfrm>
            <a:off x="4493427" y="5881814"/>
            <a:ext cx="852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ttore 2 78">
            <a:extLst>
              <a:ext uri="{FF2B5EF4-FFF2-40B4-BE49-F238E27FC236}">
                <a16:creationId xmlns:a16="http://schemas.microsoft.com/office/drawing/2014/main" id="{D455E8D0-54E6-4CE7-A736-3A2096E1275C}"/>
              </a:ext>
            </a:extLst>
          </p:cNvPr>
          <p:cNvCxnSpPr>
            <a:cxnSpLocks/>
            <a:stCxn id="77" idx="6"/>
            <a:endCxn id="81" idx="2"/>
          </p:cNvCxnSpPr>
          <p:nvPr/>
        </p:nvCxnSpPr>
        <p:spPr>
          <a:xfrm>
            <a:off x="6169199" y="5881814"/>
            <a:ext cx="12152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Ovale 80">
            <a:extLst>
              <a:ext uri="{FF2B5EF4-FFF2-40B4-BE49-F238E27FC236}">
                <a16:creationId xmlns:a16="http://schemas.microsoft.com/office/drawing/2014/main" id="{751A681A-1066-4993-836D-74A702267802}"/>
              </a:ext>
            </a:extLst>
          </p:cNvPr>
          <p:cNvSpPr/>
          <p:nvPr/>
        </p:nvSpPr>
        <p:spPr>
          <a:xfrm>
            <a:off x="7384486" y="5470334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3)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it-IT" sz="1600" baseline="-25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C50FC7F1-FCEF-4625-9E0C-14117275FC73}"/>
              </a:ext>
            </a:extLst>
          </p:cNvPr>
          <p:cNvSpPr txBox="1"/>
          <p:nvPr/>
        </p:nvSpPr>
        <p:spPr>
          <a:xfrm>
            <a:off x="7216477" y="5058304"/>
            <a:ext cx="65" cy="164148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allout: linea 15">
            <a:extLst>
              <a:ext uri="{FF2B5EF4-FFF2-40B4-BE49-F238E27FC236}">
                <a16:creationId xmlns:a16="http://schemas.microsoft.com/office/drawing/2014/main" id="{6F186DC8-2B89-4E20-8B72-3A3D35D99119}"/>
              </a:ext>
            </a:extLst>
          </p:cNvPr>
          <p:cNvSpPr/>
          <p:nvPr/>
        </p:nvSpPr>
        <p:spPr>
          <a:xfrm>
            <a:off x="9785321" y="-1008842"/>
            <a:ext cx="1168400" cy="371349"/>
          </a:xfrm>
          <a:prstGeom prst="borderCallout1">
            <a:avLst>
              <a:gd name="adj1" fmla="val 59790"/>
              <a:gd name="adj2" fmla="val -181"/>
              <a:gd name="adj3" fmla="val 97110"/>
              <a:gd name="adj4" fmla="val -15083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(Value,  16)</a:t>
            </a:r>
          </a:p>
        </p:txBody>
      </p:sp>
      <p:sp>
        <p:nvSpPr>
          <p:cNvPr id="87" name="Callout: linea 86">
            <a:extLst>
              <a:ext uri="{FF2B5EF4-FFF2-40B4-BE49-F238E27FC236}">
                <a16:creationId xmlns:a16="http://schemas.microsoft.com/office/drawing/2014/main" id="{AFA4B495-35B2-459F-8396-DB5DA2677007}"/>
              </a:ext>
            </a:extLst>
          </p:cNvPr>
          <p:cNvSpPr/>
          <p:nvPr/>
        </p:nvSpPr>
        <p:spPr>
          <a:xfrm>
            <a:off x="9785321" y="-314352"/>
            <a:ext cx="1168400" cy="371349"/>
          </a:xfrm>
          <a:prstGeom prst="borderCallout1">
            <a:avLst>
              <a:gd name="adj1" fmla="val 64920"/>
              <a:gd name="adj2" fmla="val -724"/>
              <a:gd name="adj3" fmla="val 61200"/>
              <a:gd name="adj4" fmla="val -6931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(Value,  19)</a:t>
            </a:r>
          </a:p>
        </p:txBody>
      </p:sp>
      <p:sp>
        <p:nvSpPr>
          <p:cNvPr id="88" name="Callout: linea 87">
            <a:extLst>
              <a:ext uri="{FF2B5EF4-FFF2-40B4-BE49-F238E27FC236}">
                <a16:creationId xmlns:a16="http://schemas.microsoft.com/office/drawing/2014/main" id="{96F83864-6C33-4BAB-8744-9F9A4E2CEBC0}"/>
              </a:ext>
            </a:extLst>
          </p:cNvPr>
          <p:cNvSpPr/>
          <p:nvPr/>
        </p:nvSpPr>
        <p:spPr>
          <a:xfrm>
            <a:off x="9785321" y="386073"/>
            <a:ext cx="1168400" cy="371349"/>
          </a:xfrm>
          <a:prstGeom prst="borderCallout1">
            <a:avLst>
              <a:gd name="adj1" fmla="val 56370"/>
              <a:gd name="adj2" fmla="val 363"/>
              <a:gd name="adj3" fmla="val 68040"/>
              <a:gd name="adj4" fmla="val -13126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(Value,  20)</a:t>
            </a:r>
          </a:p>
        </p:txBody>
      </p:sp>
      <p:sp>
        <p:nvSpPr>
          <p:cNvPr id="89" name="Callout: linea 88">
            <a:extLst>
              <a:ext uri="{FF2B5EF4-FFF2-40B4-BE49-F238E27FC236}">
                <a16:creationId xmlns:a16="http://schemas.microsoft.com/office/drawing/2014/main" id="{52B7BD09-01FA-47DA-915B-702416F32B7C}"/>
              </a:ext>
            </a:extLst>
          </p:cNvPr>
          <p:cNvSpPr/>
          <p:nvPr/>
        </p:nvSpPr>
        <p:spPr>
          <a:xfrm>
            <a:off x="9231455" y="5678445"/>
            <a:ext cx="1258844" cy="371349"/>
          </a:xfrm>
          <a:prstGeom prst="borderCallout1">
            <a:avLst>
              <a:gd name="adj1" fmla="val 56370"/>
              <a:gd name="adj2" fmla="val 363"/>
              <a:gd name="adj3" fmla="val 61200"/>
              <a:gd name="adj4" fmla="val -77422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(Value,  18.33)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Ovale 89">
            <a:extLst>
              <a:ext uri="{FF2B5EF4-FFF2-40B4-BE49-F238E27FC236}">
                <a16:creationId xmlns:a16="http://schemas.microsoft.com/office/drawing/2014/main" id="{D6D2515D-5A29-4B9B-B764-DA7589E021DD}"/>
              </a:ext>
            </a:extLst>
          </p:cNvPr>
          <p:cNvSpPr/>
          <p:nvPr/>
        </p:nvSpPr>
        <p:spPr>
          <a:xfrm>
            <a:off x="7237802" y="1952807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3|0</a:t>
            </a:r>
          </a:p>
        </p:txBody>
      </p:sp>
      <p:sp>
        <p:nvSpPr>
          <p:cNvPr id="92" name="Rettangolo 91">
            <a:extLst>
              <a:ext uri="{FF2B5EF4-FFF2-40B4-BE49-F238E27FC236}">
                <a16:creationId xmlns:a16="http://schemas.microsoft.com/office/drawing/2014/main" id="{3DE649A7-5B44-47E9-99A7-6ED868651CFF}"/>
              </a:ext>
            </a:extLst>
          </p:cNvPr>
          <p:cNvSpPr/>
          <p:nvPr/>
        </p:nvSpPr>
        <p:spPr>
          <a:xfrm>
            <a:off x="3530600" y="1836982"/>
            <a:ext cx="5607050" cy="213176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93" name="Ovale 92">
            <a:extLst>
              <a:ext uri="{FF2B5EF4-FFF2-40B4-BE49-F238E27FC236}">
                <a16:creationId xmlns:a16="http://schemas.microsoft.com/office/drawing/2014/main" id="{5C0F4635-B3B3-4EC1-90D9-A521554B4326}"/>
              </a:ext>
            </a:extLst>
          </p:cNvPr>
          <p:cNvSpPr/>
          <p:nvPr/>
        </p:nvSpPr>
        <p:spPr>
          <a:xfrm>
            <a:off x="3670466" y="3000983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4" name="Ovale 93">
            <a:extLst>
              <a:ext uri="{FF2B5EF4-FFF2-40B4-BE49-F238E27FC236}">
                <a16:creationId xmlns:a16="http://schemas.microsoft.com/office/drawing/2014/main" id="{083DE984-F453-4560-9D97-63D2FC044DF5}"/>
              </a:ext>
            </a:extLst>
          </p:cNvPr>
          <p:cNvSpPr/>
          <p:nvPr/>
        </p:nvSpPr>
        <p:spPr>
          <a:xfrm>
            <a:off x="5346238" y="3000983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28575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95" name="Connettore 2 94">
            <a:extLst>
              <a:ext uri="{FF2B5EF4-FFF2-40B4-BE49-F238E27FC236}">
                <a16:creationId xmlns:a16="http://schemas.microsoft.com/office/drawing/2014/main" id="{9A74E993-3A5A-467F-9AA5-E0A4E348E3B8}"/>
              </a:ext>
            </a:extLst>
          </p:cNvPr>
          <p:cNvCxnSpPr>
            <a:cxnSpLocks/>
            <a:stCxn id="93" idx="6"/>
            <a:endCxn id="94" idx="2"/>
          </p:cNvCxnSpPr>
          <p:nvPr/>
        </p:nvCxnSpPr>
        <p:spPr>
          <a:xfrm>
            <a:off x="4493426" y="3412463"/>
            <a:ext cx="852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8BC44021-F704-4F95-A3D1-15981DAF2996}"/>
              </a:ext>
            </a:extLst>
          </p:cNvPr>
          <p:cNvCxnSpPr>
            <a:cxnSpLocks/>
            <a:stCxn id="94" idx="6"/>
            <a:endCxn id="98" idx="2"/>
          </p:cNvCxnSpPr>
          <p:nvPr/>
        </p:nvCxnSpPr>
        <p:spPr>
          <a:xfrm flipV="1">
            <a:off x="6169198" y="3387279"/>
            <a:ext cx="1215287" cy="25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Ovale 96">
            <a:extLst>
              <a:ext uri="{FF2B5EF4-FFF2-40B4-BE49-F238E27FC236}">
                <a16:creationId xmlns:a16="http://schemas.microsoft.com/office/drawing/2014/main" id="{5D6637E6-5201-4C41-9CAD-F01CDD638D80}"/>
              </a:ext>
            </a:extLst>
          </p:cNvPr>
          <p:cNvSpPr/>
          <p:nvPr/>
        </p:nvSpPr>
        <p:spPr>
          <a:xfrm>
            <a:off x="8106611" y="2286871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3|1</a:t>
            </a:r>
          </a:p>
        </p:txBody>
      </p:sp>
      <p:sp>
        <p:nvSpPr>
          <p:cNvPr id="98" name="Ovale 97">
            <a:extLst>
              <a:ext uri="{FF2B5EF4-FFF2-40B4-BE49-F238E27FC236}">
                <a16:creationId xmlns:a16="http://schemas.microsoft.com/office/drawing/2014/main" id="{66AC5EF4-D783-4DF6-9450-042629DBB420}"/>
              </a:ext>
            </a:extLst>
          </p:cNvPr>
          <p:cNvSpPr/>
          <p:nvPr/>
        </p:nvSpPr>
        <p:spPr>
          <a:xfrm>
            <a:off x="7384485" y="2975799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3)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3|2</a:t>
            </a:r>
          </a:p>
        </p:txBody>
      </p:sp>
      <p:sp>
        <p:nvSpPr>
          <p:cNvPr id="99" name="CasellaDiTesto 98">
            <a:extLst>
              <a:ext uri="{FF2B5EF4-FFF2-40B4-BE49-F238E27FC236}">
                <a16:creationId xmlns:a16="http://schemas.microsoft.com/office/drawing/2014/main" id="{86462CAF-1AC5-4048-B270-A43786F4607F}"/>
              </a:ext>
            </a:extLst>
          </p:cNvPr>
          <p:cNvSpPr txBox="1"/>
          <p:nvPr/>
        </p:nvSpPr>
        <p:spPr>
          <a:xfrm>
            <a:off x="7216476" y="2519319"/>
            <a:ext cx="65" cy="164148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" name="Connettore 2 99">
            <a:extLst>
              <a:ext uri="{FF2B5EF4-FFF2-40B4-BE49-F238E27FC236}">
                <a16:creationId xmlns:a16="http://schemas.microsoft.com/office/drawing/2014/main" id="{2D8224FA-3C82-4FB2-845A-85B52317FA96}"/>
              </a:ext>
            </a:extLst>
          </p:cNvPr>
          <p:cNvCxnSpPr>
            <a:cxnSpLocks/>
            <a:stCxn id="94" idx="6"/>
            <a:endCxn id="97" idx="2"/>
          </p:cNvCxnSpPr>
          <p:nvPr/>
        </p:nvCxnSpPr>
        <p:spPr>
          <a:xfrm flipV="1">
            <a:off x="6169198" y="2698351"/>
            <a:ext cx="1937413" cy="714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ttore 2 100">
            <a:extLst>
              <a:ext uri="{FF2B5EF4-FFF2-40B4-BE49-F238E27FC236}">
                <a16:creationId xmlns:a16="http://schemas.microsoft.com/office/drawing/2014/main" id="{528B7983-06CD-47C6-B69B-CA2B3A258EF6}"/>
              </a:ext>
            </a:extLst>
          </p:cNvPr>
          <p:cNvCxnSpPr>
            <a:cxnSpLocks/>
            <a:stCxn id="94" idx="6"/>
            <a:endCxn id="90" idx="3"/>
          </p:cNvCxnSpPr>
          <p:nvPr/>
        </p:nvCxnSpPr>
        <p:spPr>
          <a:xfrm flipV="1">
            <a:off x="6169198" y="2655247"/>
            <a:ext cx="1189124" cy="757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Callout: linea 102">
            <a:extLst>
              <a:ext uri="{FF2B5EF4-FFF2-40B4-BE49-F238E27FC236}">
                <a16:creationId xmlns:a16="http://schemas.microsoft.com/office/drawing/2014/main" id="{6B471E8F-5FA2-4295-9ECC-0E15C73A10AD}"/>
              </a:ext>
            </a:extLst>
          </p:cNvPr>
          <p:cNvSpPr/>
          <p:nvPr/>
        </p:nvSpPr>
        <p:spPr>
          <a:xfrm>
            <a:off x="9321898" y="1836982"/>
            <a:ext cx="1168400" cy="371349"/>
          </a:xfrm>
          <a:prstGeom prst="borderCallout1">
            <a:avLst>
              <a:gd name="adj1" fmla="val 59790"/>
              <a:gd name="adj2" fmla="val -181"/>
              <a:gd name="adj3" fmla="val 91980"/>
              <a:gd name="adj4" fmla="val -106268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(Value,  16)</a:t>
            </a:r>
          </a:p>
        </p:txBody>
      </p:sp>
      <p:sp>
        <p:nvSpPr>
          <p:cNvPr id="104" name="Callout: linea 103">
            <a:extLst>
              <a:ext uri="{FF2B5EF4-FFF2-40B4-BE49-F238E27FC236}">
                <a16:creationId xmlns:a16="http://schemas.microsoft.com/office/drawing/2014/main" id="{DDEDA5DF-1365-401A-B0B8-B887ABC0EC56}"/>
              </a:ext>
            </a:extLst>
          </p:cNvPr>
          <p:cNvSpPr/>
          <p:nvPr/>
        </p:nvSpPr>
        <p:spPr>
          <a:xfrm>
            <a:off x="9321898" y="2531472"/>
            <a:ext cx="1168400" cy="371349"/>
          </a:xfrm>
          <a:prstGeom prst="borderCallout1">
            <a:avLst>
              <a:gd name="adj1" fmla="val 64920"/>
              <a:gd name="adj2" fmla="val -724"/>
              <a:gd name="adj3" fmla="val 42390"/>
              <a:gd name="adj4" fmla="val -32355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</a:t>
            </a:r>
            <a:r>
              <a:rPr lang="it-IT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19)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Callout: linea 104">
            <a:extLst>
              <a:ext uri="{FF2B5EF4-FFF2-40B4-BE49-F238E27FC236}">
                <a16:creationId xmlns:a16="http://schemas.microsoft.com/office/drawing/2014/main" id="{2DEF1458-E046-4455-9D83-9928A3A86B7F}"/>
              </a:ext>
            </a:extLst>
          </p:cNvPr>
          <p:cNvSpPr/>
          <p:nvPr/>
        </p:nvSpPr>
        <p:spPr>
          <a:xfrm>
            <a:off x="9321898" y="3231897"/>
            <a:ext cx="1168400" cy="371349"/>
          </a:xfrm>
          <a:prstGeom prst="borderCallout1">
            <a:avLst>
              <a:gd name="adj1" fmla="val 56370"/>
              <a:gd name="adj2" fmla="val 363"/>
              <a:gd name="adj3" fmla="val 40680"/>
              <a:gd name="adj4" fmla="val -92681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(Value</a:t>
            </a:r>
            <a:r>
              <a:rPr lang="it-IT"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 20)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45F77AB3-7A37-4467-AE48-08552E750CAB}"/>
              </a:ext>
            </a:extLst>
          </p:cNvPr>
          <p:cNvSpPr txBox="1"/>
          <p:nvPr/>
        </p:nvSpPr>
        <p:spPr>
          <a:xfrm rot="18492814">
            <a:off x="6284977" y="3054590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CasellaDiTesto 108">
            <a:extLst>
              <a:ext uri="{FF2B5EF4-FFF2-40B4-BE49-F238E27FC236}">
                <a16:creationId xmlns:a16="http://schemas.microsoft.com/office/drawing/2014/main" id="{13A04EC1-94FA-4A08-AB09-8893D6F9C9D1}"/>
              </a:ext>
            </a:extLst>
          </p:cNvPr>
          <p:cNvSpPr txBox="1"/>
          <p:nvPr/>
        </p:nvSpPr>
        <p:spPr>
          <a:xfrm>
            <a:off x="6340484" y="5617898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087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789A3E6C-6F00-4354-96E0-D8C1CFD02138}"/>
              </a:ext>
            </a:extLst>
          </p:cNvPr>
          <p:cNvSpPr/>
          <p:nvPr/>
        </p:nvSpPr>
        <p:spPr>
          <a:xfrm>
            <a:off x="1316510" y="4442164"/>
            <a:ext cx="6134157" cy="3227405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38E2BBA7-1D7D-4A41-9B86-0839CDB21DF6}"/>
              </a:ext>
            </a:extLst>
          </p:cNvPr>
          <p:cNvSpPr/>
          <p:nvPr/>
        </p:nvSpPr>
        <p:spPr>
          <a:xfrm>
            <a:off x="1316511" y="668861"/>
            <a:ext cx="6134156" cy="3687239"/>
          </a:xfrm>
          <a:prstGeom prst="rect">
            <a:avLst/>
          </a:prstGeom>
          <a:noFill/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F573E825-4B3B-403B-AB7C-D1F8FBB16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583257"/>
              </p:ext>
            </p:extLst>
          </p:nvPr>
        </p:nvGraphicFramePr>
        <p:xfrm>
          <a:off x="6068421" y="1012794"/>
          <a:ext cx="1273363" cy="314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363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1EDDC2C3-1797-4039-B4F6-D1942CA078E3}"/>
              </a:ext>
            </a:extLst>
          </p:cNvPr>
          <p:cNvSpPr txBox="1"/>
          <p:nvPr/>
        </p:nvSpPr>
        <p:spPr>
          <a:xfrm>
            <a:off x="6306448" y="668862"/>
            <a:ext cx="797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ella 4">
            <a:extLst>
              <a:ext uri="{FF2B5EF4-FFF2-40B4-BE49-F238E27FC236}">
                <a16:creationId xmlns:a16="http://schemas.microsoft.com/office/drawing/2014/main" id="{2B08706D-7106-4484-9FCF-032B36F97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02469"/>
              </p:ext>
            </p:extLst>
          </p:nvPr>
        </p:nvGraphicFramePr>
        <p:xfrm>
          <a:off x="4511480" y="1012793"/>
          <a:ext cx="1307907" cy="3162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7907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</a:tblGrid>
              <a:tr h="27555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406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CB86B08C-3F7D-489F-8B67-DA01563B5474}"/>
              </a:ext>
            </a:extLst>
          </p:cNvPr>
          <p:cNvSpPr txBox="1"/>
          <p:nvPr/>
        </p:nvSpPr>
        <p:spPr>
          <a:xfrm>
            <a:off x="4766779" y="668862"/>
            <a:ext cx="797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ella 4">
            <a:extLst>
              <a:ext uri="{FF2B5EF4-FFF2-40B4-BE49-F238E27FC236}">
                <a16:creationId xmlns:a16="http://schemas.microsoft.com/office/drawing/2014/main" id="{0C208F4C-E2EC-4A45-A916-3049793B9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039371"/>
              </p:ext>
            </p:extLst>
          </p:nvPr>
        </p:nvGraphicFramePr>
        <p:xfrm>
          <a:off x="2881573" y="1012794"/>
          <a:ext cx="1358103" cy="326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8103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</a:tblGrid>
              <a:tr h="28855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77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9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92F4FCB4-0A1B-4A25-9427-E59759D75DA3}"/>
              </a:ext>
            </a:extLst>
          </p:cNvPr>
          <p:cNvSpPr txBox="1"/>
          <p:nvPr/>
        </p:nvSpPr>
        <p:spPr>
          <a:xfrm>
            <a:off x="3053653" y="687912"/>
            <a:ext cx="1013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ella 4">
            <a:extLst>
              <a:ext uri="{FF2B5EF4-FFF2-40B4-BE49-F238E27FC236}">
                <a16:creationId xmlns:a16="http://schemas.microsoft.com/office/drawing/2014/main" id="{3915149E-C935-4B9F-8A5E-233164E1E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000677"/>
              </p:ext>
            </p:extLst>
          </p:nvPr>
        </p:nvGraphicFramePr>
        <p:xfrm>
          <a:off x="1373545" y="2244405"/>
          <a:ext cx="132895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808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  <a:gridCol w="633150">
                  <a:extLst>
                    <a:ext uri="{9D8B030D-6E8A-4147-A177-3AD203B41FA5}">
                      <a16:colId xmlns:a16="http://schemas.microsoft.com/office/drawing/2014/main" val="2521625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Alice</a:t>
                      </a:r>
                      <a:endParaRPr lang="it-IT" sz="1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7243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CDEEFC1-D776-4B41-92CF-D7E4FF9B17FE}"/>
              </a:ext>
            </a:extLst>
          </p:cNvPr>
          <p:cNvSpPr txBox="1"/>
          <p:nvPr/>
        </p:nvSpPr>
        <p:spPr>
          <a:xfrm>
            <a:off x="1316511" y="1919501"/>
            <a:ext cx="1443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Store</a:t>
            </a:r>
          </a:p>
        </p:txBody>
      </p:sp>
      <p:graphicFrame>
        <p:nvGraphicFramePr>
          <p:cNvPr id="24" name="Tabella 24">
            <a:extLst>
              <a:ext uri="{FF2B5EF4-FFF2-40B4-BE49-F238E27FC236}">
                <a16:creationId xmlns:a16="http://schemas.microsoft.com/office/drawing/2014/main" id="{8A33CBA7-40F4-4157-A879-836E4690A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882584"/>
              </p:ext>
            </p:extLst>
          </p:nvPr>
        </p:nvGraphicFramePr>
        <p:xfrm>
          <a:off x="6156926" y="1084129"/>
          <a:ext cx="1096352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96352">
                  <a:extLst>
                    <a:ext uri="{9D8B030D-6E8A-4147-A177-3AD203B41FA5}">
                      <a16:colId xmlns:a16="http://schemas.microsoft.com/office/drawing/2014/main" val="3098786950"/>
                    </a:ext>
                  </a:extLst>
                </a:gridCol>
              </a:tblGrid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Id: 3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44544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From: 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071510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To: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</a:t>
                      </a:r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632105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Label: 123 (Temp.)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671147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 Edge: 3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320974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N. Prop:14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486079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19933"/>
                  </a:ext>
                </a:extLst>
              </a:tr>
            </a:tbl>
          </a:graphicData>
        </a:graphic>
      </p:graphicFrame>
      <p:graphicFrame>
        <p:nvGraphicFramePr>
          <p:cNvPr id="71" name="Tabella 24">
            <a:extLst>
              <a:ext uri="{FF2B5EF4-FFF2-40B4-BE49-F238E27FC236}">
                <a16:creationId xmlns:a16="http://schemas.microsoft.com/office/drawing/2014/main" id="{3735104E-09A3-41B2-A154-C6A32B292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3081"/>
              </p:ext>
            </p:extLst>
          </p:nvPr>
        </p:nvGraphicFramePr>
        <p:xfrm>
          <a:off x="4582247" y="1084129"/>
          <a:ext cx="1166372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6372">
                  <a:extLst>
                    <a:ext uri="{9D8B030D-6E8A-4147-A177-3AD203B41FA5}">
                      <a16:colId xmlns:a16="http://schemas.microsoft.com/office/drawing/2014/main" val="3098786950"/>
                    </a:ext>
                  </a:extLst>
                </a:gridCol>
              </a:tblGrid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Id: 3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44544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From: 0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071510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To: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</a:t>
                      </a:r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632105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Label: 456 (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HasTS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671147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F.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573751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5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543391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3913619"/>
                  </a:ext>
                </a:extLst>
              </a:tr>
            </a:tbl>
          </a:graphicData>
        </a:graphic>
      </p:graphicFrame>
      <p:graphicFrame>
        <p:nvGraphicFramePr>
          <p:cNvPr id="75" name="Tabella 24">
            <a:extLst>
              <a:ext uri="{FF2B5EF4-FFF2-40B4-BE49-F238E27FC236}">
                <a16:creationId xmlns:a16="http://schemas.microsoft.com/office/drawing/2014/main" id="{D2059673-8F3A-47F5-A1CF-92AC5356F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823729"/>
              </p:ext>
            </p:extLst>
          </p:nvPr>
        </p:nvGraphicFramePr>
        <p:xfrm>
          <a:off x="2956376" y="1084129"/>
          <a:ext cx="1208497" cy="268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8497">
                  <a:extLst>
                    <a:ext uri="{9D8B030D-6E8A-4147-A177-3AD203B41FA5}">
                      <a16:colId xmlns:a16="http://schemas.microsoft.com/office/drawing/2014/main" val="3098786950"/>
                    </a:ext>
                  </a:extLst>
                </a:gridCol>
              </a:tblGrid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Id: 14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44544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From: -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</a:t>
                      </a:r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071510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To: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</a:t>
                      </a:r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632105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Source: 3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671147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n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826299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320974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Key: name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486079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3798433"/>
                  </a:ext>
                </a:extLst>
              </a:tr>
            </a:tbl>
          </a:graphicData>
        </a:graphic>
      </p:graphicFrame>
      <p:graphicFrame>
        <p:nvGraphicFramePr>
          <p:cNvPr id="82" name="Tabella 81">
            <a:extLst>
              <a:ext uri="{FF2B5EF4-FFF2-40B4-BE49-F238E27FC236}">
                <a16:creationId xmlns:a16="http://schemas.microsoft.com/office/drawing/2014/main" id="{CADA4721-EAFB-4B99-9872-487AE8FDB7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254029"/>
              </p:ext>
            </p:extLst>
          </p:nvPr>
        </p:nvGraphicFramePr>
        <p:xfrm>
          <a:off x="1630365" y="4789044"/>
          <a:ext cx="565749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211">
                  <a:extLst>
                    <a:ext uri="{9D8B030D-6E8A-4147-A177-3AD203B41FA5}">
                      <a16:colId xmlns:a16="http://schemas.microsoft.com/office/drawing/2014/main" val="1018876478"/>
                    </a:ext>
                  </a:extLst>
                </a:gridCol>
                <a:gridCol w="679114">
                  <a:extLst>
                    <a:ext uri="{9D8B030D-6E8A-4147-A177-3AD203B41FA5}">
                      <a16:colId xmlns:a16="http://schemas.microsoft.com/office/drawing/2014/main" val="235054247"/>
                    </a:ext>
                  </a:extLst>
                </a:gridCol>
                <a:gridCol w="862330">
                  <a:extLst>
                    <a:ext uri="{9D8B030D-6E8A-4147-A177-3AD203B41FA5}">
                      <a16:colId xmlns:a16="http://schemas.microsoft.com/office/drawing/2014/main" val="1959911989"/>
                    </a:ext>
                  </a:extLst>
                </a:gridCol>
                <a:gridCol w="697230">
                  <a:extLst>
                    <a:ext uri="{9D8B030D-6E8A-4147-A177-3AD203B41FA5}">
                      <a16:colId xmlns:a16="http://schemas.microsoft.com/office/drawing/2014/main" val="756377275"/>
                    </a:ext>
                  </a:extLst>
                </a:gridCol>
                <a:gridCol w="951676">
                  <a:extLst>
                    <a:ext uri="{9D8B030D-6E8A-4147-A177-3AD203B41FA5}">
                      <a16:colId xmlns:a16="http://schemas.microsoft.com/office/drawing/2014/main" val="3076497500"/>
                    </a:ext>
                  </a:extLst>
                </a:gridCol>
                <a:gridCol w="1250680">
                  <a:extLst>
                    <a:ext uri="{9D8B030D-6E8A-4147-A177-3AD203B41FA5}">
                      <a16:colId xmlns:a16="http://schemas.microsoft.com/office/drawing/2014/main" val="1214268689"/>
                    </a:ext>
                  </a:extLst>
                </a:gridCol>
                <a:gridCol w="544253">
                  <a:extLst>
                    <a:ext uri="{9D8B030D-6E8A-4147-A177-3AD203B41FA5}">
                      <a16:colId xmlns:a16="http://schemas.microsoft.com/office/drawing/2014/main" val="4071906229"/>
                    </a:ext>
                  </a:extLst>
                </a:gridCol>
              </a:tblGrid>
              <a:tr h="21823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TsId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Edges</a:t>
                      </a:r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457590"/>
                  </a:ext>
                </a:extLst>
              </a:tr>
              <a:tr h="564093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</a:t>
                      </a:r>
                    </a:p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(Meas.)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it-IT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65071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17407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007710"/>
                  </a:ext>
                </a:extLst>
              </a:tr>
            </a:tbl>
          </a:graphicData>
        </a:graphic>
      </p:graphicFrame>
      <p:grpSp>
        <p:nvGrpSpPr>
          <p:cNvPr id="2" name="Gruppo 1">
            <a:extLst>
              <a:ext uri="{FF2B5EF4-FFF2-40B4-BE49-F238E27FC236}">
                <a16:creationId xmlns:a16="http://schemas.microsoft.com/office/drawing/2014/main" id="{E2ABDF22-C0A5-4459-AE26-867012BB9AD4}"/>
              </a:ext>
            </a:extLst>
          </p:cNvPr>
          <p:cNvGrpSpPr/>
          <p:nvPr/>
        </p:nvGrpSpPr>
        <p:grpSpPr>
          <a:xfrm>
            <a:off x="6177946" y="3860657"/>
            <a:ext cx="1080420" cy="233719"/>
            <a:chOff x="6172858" y="3961827"/>
            <a:chExt cx="1080420" cy="233719"/>
          </a:xfrm>
        </p:grpSpPr>
        <p:sp>
          <p:nvSpPr>
            <p:cNvPr id="104" name="Rettangolo 103">
              <a:extLst>
                <a:ext uri="{FF2B5EF4-FFF2-40B4-BE49-F238E27FC236}">
                  <a16:creationId xmlns:a16="http://schemas.microsoft.com/office/drawing/2014/main" id="{E37CA846-457C-43FB-8589-422F5310A43A}"/>
                </a:ext>
              </a:extLst>
            </p:cNvPr>
            <p:cNvSpPr/>
            <p:nvPr/>
          </p:nvSpPr>
          <p:spPr>
            <a:xfrm>
              <a:off x="6172858" y="3961827"/>
              <a:ext cx="1080420" cy="2337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5" name="Rettangolo 104">
              <a:extLst>
                <a:ext uri="{FF2B5EF4-FFF2-40B4-BE49-F238E27FC236}">
                  <a16:creationId xmlns:a16="http://schemas.microsoft.com/office/drawing/2014/main" id="{C05A700C-1FFC-4828-ABED-FF9BD7032FF2}"/>
                </a:ext>
              </a:extLst>
            </p:cNvPr>
            <p:cNvSpPr/>
            <p:nvPr/>
          </p:nvSpPr>
          <p:spPr>
            <a:xfrm>
              <a:off x="6172858" y="4149827"/>
              <a:ext cx="108042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aphicFrame>
        <p:nvGraphicFramePr>
          <p:cNvPr id="113" name="Tabella 24">
            <a:extLst>
              <a:ext uri="{FF2B5EF4-FFF2-40B4-BE49-F238E27FC236}">
                <a16:creationId xmlns:a16="http://schemas.microsoft.com/office/drawing/2014/main" id="{AE055054-590E-4BA0-9322-63DC2C310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701949"/>
              </p:ext>
            </p:extLst>
          </p:nvPr>
        </p:nvGraphicFramePr>
        <p:xfrm>
          <a:off x="5586501" y="5249785"/>
          <a:ext cx="1083699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3699">
                  <a:extLst>
                    <a:ext uri="{9D8B030D-6E8A-4147-A177-3AD203B41FA5}">
                      <a16:colId xmlns:a16="http://schemas.microsoft.com/office/drawing/2014/main" val="3098786950"/>
                    </a:ext>
                  </a:extLst>
                </a:gridCol>
              </a:tblGrid>
              <a:tr h="324860">
                <a:tc>
                  <a:txBody>
                    <a:bodyPr/>
                    <a:lstStyle/>
                    <a:p>
                      <a:pPr algn="ctr"/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Id: 4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44544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</a:t>
                      </a:r>
                      <a:r>
                        <a:rPr lang="it-IT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</a:t>
                      </a: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1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071510"/>
                  </a:ext>
                </a:extLst>
              </a:tr>
              <a:tr h="3248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36731"/>
                  </a:ext>
                </a:extLst>
              </a:tr>
            </a:tbl>
          </a:graphicData>
        </a:graphic>
      </p:graphicFrame>
      <p:grpSp>
        <p:nvGrpSpPr>
          <p:cNvPr id="25" name="Gruppo 24">
            <a:extLst>
              <a:ext uri="{FF2B5EF4-FFF2-40B4-BE49-F238E27FC236}">
                <a16:creationId xmlns:a16="http://schemas.microsoft.com/office/drawing/2014/main" id="{9BD8284E-ABA4-4E1A-95C3-445EA40C028C}"/>
              </a:ext>
            </a:extLst>
          </p:cNvPr>
          <p:cNvGrpSpPr/>
          <p:nvPr/>
        </p:nvGrpSpPr>
        <p:grpSpPr>
          <a:xfrm>
            <a:off x="4603241" y="3837797"/>
            <a:ext cx="1145377" cy="233719"/>
            <a:chOff x="6172858" y="3961827"/>
            <a:chExt cx="1080420" cy="233719"/>
          </a:xfrm>
        </p:grpSpPr>
        <p:sp>
          <p:nvSpPr>
            <p:cNvPr id="26" name="Rettangolo 25">
              <a:extLst>
                <a:ext uri="{FF2B5EF4-FFF2-40B4-BE49-F238E27FC236}">
                  <a16:creationId xmlns:a16="http://schemas.microsoft.com/office/drawing/2014/main" id="{94E0E7B7-9A00-428C-A8C9-DB597A1BBC63}"/>
                </a:ext>
              </a:extLst>
            </p:cNvPr>
            <p:cNvSpPr/>
            <p:nvPr/>
          </p:nvSpPr>
          <p:spPr>
            <a:xfrm>
              <a:off x="6172858" y="3961827"/>
              <a:ext cx="1080420" cy="2337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153634EC-2C71-42D2-8F84-6426FF30D481}"/>
                </a:ext>
              </a:extLst>
            </p:cNvPr>
            <p:cNvSpPr/>
            <p:nvPr/>
          </p:nvSpPr>
          <p:spPr>
            <a:xfrm>
              <a:off x="6172858" y="4149827"/>
              <a:ext cx="108042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1D608E94-04EC-422F-B151-A232928E5508}"/>
              </a:ext>
            </a:extLst>
          </p:cNvPr>
          <p:cNvGrpSpPr/>
          <p:nvPr/>
        </p:nvGrpSpPr>
        <p:grpSpPr>
          <a:xfrm>
            <a:off x="2956376" y="3963036"/>
            <a:ext cx="1208497" cy="233719"/>
            <a:chOff x="6172858" y="3961827"/>
            <a:chExt cx="1080420" cy="233719"/>
          </a:xfrm>
        </p:grpSpPr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A5B2EDFF-A7E8-4A14-8A2D-775E19847C85}"/>
                </a:ext>
              </a:extLst>
            </p:cNvPr>
            <p:cNvSpPr/>
            <p:nvPr/>
          </p:nvSpPr>
          <p:spPr>
            <a:xfrm>
              <a:off x="6172858" y="3961827"/>
              <a:ext cx="1080420" cy="23371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0" name="Rettangolo 29">
              <a:extLst>
                <a:ext uri="{FF2B5EF4-FFF2-40B4-BE49-F238E27FC236}">
                  <a16:creationId xmlns:a16="http://schemas.microsoft.com/office/drawing/2014/main" id="{B4F2DF0C-EDBA-42DE-980F-90D138978B8D}"/>
                </a:ext>
              </a:extLst>
            </p:cNvPr>
            <p:cNvSpPr/>
            <p:nvPr/>
          </p:nvSpPr>
          <p:spPr>
            <a:xfrm>
              <a:off x="6172858" y="4149827"/>
              <a:ext cx="1080420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34331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tangolo 18">
            <a:extLst>
              <a:ext uri="{FF2B5EF4-FFF2-40B4-BE49-F238E27FC236}">
                <a16:creationId xmlns:a16="http://schemas.microsoft.com/office/drawing/2014/main" id="{789A3E6C-6F00-4354-96E0-D8C1CFD02138}"/>
              </a:ext>
            </a:extLst>
          </p:cNvPr>
          <p:cNvSpPr/>
          <p:nvPr/>
        </p:nvSpPr>
        <p:spPr>
          <a:xfrm>
            <a:off x="5466865" y="853440"/>
            <a:ext cx="2198855" cy="5217160"/>
          </a:xfrm>
          <a:prstGeom prst="rect">
            <a:avLst/>
          </a:prstGeom>
          <a:solidFill>
            <a:schemeClr val="bg2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38E2BBA7-1D7D-4A41-9B86-0839CDB21DF6}"/>
              </a:ext>
            </a:extLst>
          </p:cNvPr>
          <p:cNvSpPr/>
          <p:nvPr/>
        </p:nvSpPr>
        <p:spPr>
          <a:xfrm>
            <a:off x="208280" y="853440"/>
            <a:ext cx="5085080" cy="5217160"/>
          </a:xfrm>
          <a:prstGeom prst="rect">
            <a:avLst/>
          </a:prstGeom>
          <a:solidFill>
            <a:schemeClr val="bg2"/>
          </a:solidFill>
          <a:ln w="63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F573E825-4B3B-403B-AB7C-D1F8FBB16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085462"/>
              </p:ext>
            </p:extLst>
          </p:nvPr>
        </p:nvGraphicFramePr>
        <p:xfrm>
          <a:off x="4310050" y="2063611"/>
          <a:ext cx="79730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09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4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845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099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049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545830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1EDDC2C3-1797-4039-B4F6-D1942CA078E3}"/>
              </a:ext>
            </a:extLst>
          </p:cNvPr>
          <p:cNvSpPr txBox="1"/>
          <p:nvPr/>
        </p:nvSpPr>
        <p:spPr>
          <a:xfrm>
            <a:off x="4310050" y="1719679"/>
            <a:ext cx="797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ella 4">
            <a:extLst>
              <a:ext uri="{FF2B5EF4-FFF2-40B4-BE49-F238E27FC236}">
                <a16:creationId xmlns:a16="http://schemas.microsoft.com/office/drawing/2014/main" id="{2B08706D-7106-4484-9FCF-032B36F97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995840"/>
              </p:ext>
            </p:extLst>
          </p:nvPr>
        </p:nvGraphicFramePr>
        <p:xfrm>
          <a:off x="2354314" y="1279319"/>
          <a:ext cx="79730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09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4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7243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CB86B08C-3F7D-489F-8B67-DA01563B5474}"/>
              </a:ext>
            </a:extLst>
          </p:cNvPr>
          <p:cNvSpPr txBox="1"/>
          <p:nvPr/>
        </p:nvSpPr>
        <p:spPr>
          <a:xfrm>
            <a:off x="2338418" y="926037"/>
            <a:ext cx="797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ella 4">
            <a:extLst>
              <a:ext uri="{FF2B5EF4-FFF2-40B4-BE49-F238E27FC236}">
                <a16:creationId xmlns:a16="http://schemas.microsoft.com/office/drawing/2014/main" id="{0C208F4C-E2EC-4A45-A916-3049793B9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659430"/>
              </p:ext>
            </p:extLst>
          </p:nvPr>
        </p:nvGraphicFramePr>
        <p:xfrm>
          <a:off x="2338418" y="4288651"/>
          <a:ext cx="79730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09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4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724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92F4FCB4-0A1B-4A25-9427-E59759D75DA3}"/>
              </a:ext>
            </a:extLst>
          </p:cNvPr>
          <p:cNvSpPr txBox="1"/>
          <p:nvPr/>
        </p:nvSpPr>
        <p:spPr>
          <a:xfrm>
            <a:off x="2230101" y="3945871"/>
            <a:ext cx="1013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ella 4">
            <a:extLst>
              <a:ext uri="{FF2B5EF4-FFF2-40B4-BE49-F238E27FC236}">
                <a16:creationId xmlns:a16="http://schemas.microsoft.com/office/drawing/2014/main" id="{0C348689-F1DE-4137-A1B2-5C895B9AD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5085586"/>
              </p:ext>
            </p:extLst>
          </p:nvPr>
        </p:nvGraphicFramePr>
        <p:xfrm>
          <a:off x="5670374" y="1217661"/>
          <a:ext cx="79730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09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4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7243"/>
                  </a:ext>
                </a:extLst>
              </a:tr>
            </a:tbl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BB27605-05CD-4B05-AA13-800E76B46D49}"/>
              </a:ext>
            </a:extLst>
          </p:cNvPr>
          <p:cNvSpPr txBox="1"/>
          <p:nvPr/>
        </p:nvSpPr>
        <p:spPr>
          <a:xfrm>
            <a:off x="5670374" y="868649"/>
            <a:ext cx="797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2" name="Tabella 4">
            <a:extLst>
              <a:ext uri="{FF2B5EF4-FFF2-40B4-BE49-F238E27FC236}">
                <a16:creationId xmlns:a16="http://schemas.microsoft.com/office/drawing/2014/main" id="{642EAD51-D718-4CD6-839A-7CFF056BE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538548"/>
              </p:ext>
            </p:extLst>
          </p:nvPr>
        </p:nvGraphicFramePr>
        <p:xfrm>
          <a:off x="6660974" y="3073647"/>
          <a:ext cx="797309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309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dirty="0"/>
                        <a:t>…</a:t>
                      </a:r>
                      <a:endParaRPr lang="it-IT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</a:tbl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C20F042-461D-424D-BC00-A52D5606FCEB}"/>
              </a:ext>
            </a:extLst>
          </p:cNvPr>
          <p:cNvSpPr txBox="1"/>
          <p:nvPr/>
        </p:nvSpPr>
        <p:spPr>
          <a:xfrm>
            <a:off x="6660974" y="2724635"/>
            <a:ext cx="7973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aphicFrame>
        <p:nvGraphicFramePr>
          <p:cNvPr id="16" name="Tabella 4">
            <a:extLst>
              <a:ext uri="{FF2B5EF4-FFF2-40B4-BE49-F238E27FC236}">
                <a16:creationId xmlns:a16="http://schemas.microsoft.com/office/drawing/2014/main" id="{3915149E-C935-4B9F-8A5E-233164E1E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370121"/>
              </p:ext>
            </p:extLst>
          </p:nvPr>
        </p:nvGraphicFramePr>
        <p:xfrm>
          <a:off x="381784" y="4302414"/>
          <a:ext cx="12211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7733">
                  <a:extLst>
                    <a:ext uri="{9D8B030D-6E8A-4147-A177-3AD203B41FA5}">
                      <a16:colId xmlns:a16="http://schemas.microsoft.com/office/drawing/2014/main" val="1557507808"/>
                    </a:ext>
                  </a:extLst>
                </a:gridCol>
                <a:gridCol w="553435">
                  <a:extLst>
                    <a:ext uri="{9D8B030D-6E8A-4147-A177-3AD203B41FA5}">
                      <a16:colId xmlns:a16="http://schemas.microsoft.com/office/drawing/2014/main" val="2521625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271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2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it-IT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74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t-IT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7243"/>
                  </a:ext>
                </a:extLst>
              </a:tr>
            </a:tbl>
          </a:graphicData>
        </a:graphic>
      </p:graphicFrame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CDEEFC1-D776-4B41-92CF-D7E4FF9B17FE}"/>
              </a:ext>
            </a:extLst>
          </p:cNvPr>
          <p:cNvSpPr txBox="1"/>
          <p:nvPr/>
        </p:nvSpPr>
        <p:spPr>
          <a:xfrm>
            <a:off x="433586" y="3714164"/>
            <a:ext cx="11342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Storage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EF97497-1F7D-4945-8086-16543C953DA9}"/>
              </a:ext>
            </a:extLst>
          </p:cNvPr>
          <p:cNvSpPr txBox="1"/>
          <p:nvPr/>
        </p:nvSpPr>
        <p:spPr>
          <a:xfrm>
            <a:off x="4310051" y="540285"/>
            <a:ext cx="983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374EB0B2-6CD4-468D-9E09-4EAA9DE7257A}"/>
              </a:ext>
            </a:extLst>
          </p:cNvPr>
          <p:cNvSpPr txBox="1"/>
          <p:nvPr/>
        </p:nvSpPr>
        <p:spPr>
          <a:xfrm>
            <a:off x="5468164" y="540285"/>
            <a:ext cx="983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</a:p>
        </p:txBody>
      </p: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FC74B808-0930-4FBB-BF03-DA77B1906D4F}"/>
              </a:ext>
            </a:extLst>
          </p:cNvPr>
          <p:cNvCxnSpPr/>
          <p:nvPr/>
        </p:nvCxnSpPr>
        <p:spPr>
          <a:xfrm flipV="1">
            <a:off x="2250440" y="5409328"/>
            <a:ext cx="0" cy="3759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4A87FE7-4615-4A28-B4F3-2BFDF69F0374}"/>
              </a:ext>
            </a:extLst>
          </p:cNvPr>
          <p:cNvSpPr txBox="1"/>
          <p:nvPr/>
        </p:nvSpPr>
        <p:spPr>
          <a:xfrm>
            <a:off x="1928897" y="5480894"/>
            <a:ext cx="3150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B</a:t>
            </a: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E99DEB74-BD47-4F2D-9A13-F588BB329D66}"/>
              </a:ext>
            </a:extLst>
          </p:cNvPr>
          <p:cNvCxnSpPr/>
          <p:nvPr/>
        </p:nvCxnSpPr>
        <p:spPr>
          <a:xfrm flipV="1">
            <a:off x="4221471" y="4667648"/>
            <a:ext cx="0" cy="3759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C02CA5C-7F60-4EB6-AF3A-BD270CE2AC5E}"/>
              </a:ext>
            </a:extLst>
          </p:cNvPr>
          <p:cNvSpPr txBox="1"/>
          <p:nvPr/>
        </p:nvSpPr>
        <p:spPr>
          <a:xfrm>
            <a:off x="3899928" y="4739214"/>
            <a:ext cx="3150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B</a:t>
            </a:r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D5A9CF4C-0F99-46C0-AECF-67EDA9C39AA6}"/>
              </a:ext>
            </a:extLst>
          </p:cNvPr>
          <p:cNvCxnSpPr/>
          <p:nvPr/>
        </p:nvCxnSpPr>
        <p:spPr>
          <a:xfrm flipV="1">
            <a:off x="2256888" y="2386728"/>
            <a:ext cx="0" cy="375951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1DD99A4-7272-4665-8E46-E3711F9E96E6}"/>
              </a:ext>
            </a:extLst>
          </p:cNvPr>
          <p:cNvSpPr txBox="1"/>
          <p:nvPr/>
        </p:nvSpPr>
        <p:spPr>
          <a:xfrm>
            <a:off x="1935345" y="2458294"/>
            <a:ext cx="31509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B</a:t>
            </a:r>
          </a:p>
        </p:txBody>
      </p: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52CFAE3C-5BDD-4206-9F9C-575081E07F6B}"/>
              </a:ext>
            </a:extLst>
          </p:cNvPr>
          <p:cNvCxnSpPr>
            <a:cxnSpLocks/>
          </p:cNvCxnSpPr>
          <p:nvPr/>
        </p:nvCxnSpPr>
        <p:spPr>
          <a:xfrm>
            <a:off x="2838969" y="2214613"/>
            <a:ext cx="1788160" cy="381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945FF026-117B-4F0C-9877-DB8A5CA1B85E}"/>
              </a:ext>
            </a:extLst>
          </p:cNvPr>
          <p:cNvCxnSpPr>
            <a:cxnSpLocks/>
          </p:cNvCxnSpPr>
          <p:nvPr/>
        </p:nvCxnSpPr>
        <p:spPr>
          <a:xfrm>
            <a:off x="2838969" y="2219991"/>
            <a:ext cx="1788160" cy="6998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F426BBBA-D986-477A-8ED4-39251D27B077}"/>
              </a:ext>
            </a:extLst>
          </p:cNvPr>
          <p:cNvCxnSpPr>
            <a:cxnSpLocks/>
          </p:cNvCxnSpPr>
          <p:nvPr/>
        </p:nvCxnSpPr>
        <p:spPr>
          <a:xfrm flipH="1" flipV="1">
            <a:off x="2838969" y="1808778"/>
            <a:ext cx="1788160" cy="446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igura a mano libera: forma 57">
            <a:extLst>
              <a:ext uri="{FF2B5EF4-FFF2-40B4-BE49-F238E27FC236}">
                <a16:creationId xmlns:a16="http://schemas.microsoft.com/office/drawing/2014/main" id="{B31F1B50-EF66-4ED2-A07D-D2D66ADA39E7}"/>
              </a:ext>
            </a:extLst>
          </p:cNvPr>
          <p:cNvSpPr/>
          <p:nvPr/>
        </p:nvSpPr>
        <p:spPr>
          <a:xfrm>
            <a:off x="2255435" y="1828800"/>
            <a:ext cx="122005" cy="355600"/>
          </a:xfrm>
          <a:custGeom>
            <a:avLst/>
            <a:gdLst>
              <a:gd name="connsiteX0" fmla="*/ 106765 w 122005"/>
              <a:gd name="connsiteY0" fmla="*/ 0 h 355600"/>
              <a:gd name="connsiteX1" fmla="*/ 85 w 122005"/>
              <a:gd name="connsiteY1" fmla="*/ 182880 h 355600"/>
              <a:gd name="connsiteX2" fmla="*/ 122005 w 122005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005" h="355600">
                <a:moveTo>
                  <a:pt x="106765" y="0"/>
                </a:moveTo>
                <a:cubicBezTo>
                  <a:pt x="52155" y="61806"/>
                  <a:pt x="-2455" y="123613"/>
                  <a:pt x="85" y="182880"/>
                </a:cubicBezTo>
                <a:cubicBezTo>
                  <a:pt x="2625" y="242147"/>
                  <a:pt x="62315" y="298873"/>
                  <a:pt x="122005" y="35560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43D1EE78-983D-4D72-97C7-579F9C53343E}"/>
              </a:ext>
            </a:extLst>
          </p:cNvPr>
          <p:cNvSpPr txBox="1"/>
          <p:nvPr/>
        </p:nvSpPr>
        <p:spPr>
          <a:xfrm rot="816803">
            <a:off x="3424190" y="1753595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nextE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0423D3E7-4C0D-40E1-A34B-096CA102BF9B}"/>
              </a:ext>
            </a:extLst>
          </p:cNvPr>
          <p:cNvSpPr txBox="1"/>
          <p:nvPr/>
        </p:nvSpPr>
        <p:spPr>
          <a:xfrm rot="816803">
            <a:off x="3399344" y="2114721"/>
            <a:ext cx="595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fromN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CB58F04E-22AC-4FB5-BD3C-F18B3D900389}"/>
              </a:ext>
            </a:extLst>
          </p:cNvPr>
          <p:cNvSpPr txBox="1"/>
          <p:nvPr/>
        </p:nvSpPr>
        <p:spPr>
          <a:xfrm rot="1415126">
            <a:off x="3489112" y="2524248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Figura a mano libera: forma 61">
            <a:extLst>
              <a:ext uri="{FF2B5EF4-FFF2-40B4-BE49-F238E27FC236}">
                <a16:creationId xmlns:a16="http://schemas.microsoft.com/office/drawing/2014/main" id="{DA49E20A-D39A-4C51-9EC3-CA68BC19629F}"/>
              </a:ext>
            </a:extLst>
          </p:cNvPr>
          <p:cNvSpPr/>
          <p:nvPr/>
        </p:nvSpPr>
        <p:spPr>
          <a:xfrm>
            <a:off x="2267840" y="4499182"/>
            <a:ext cx="122005" cy="355600"/>
          </a:xfrm>
          <a:custGeom>
            <a:avLst/>
            <a:gdLst>
              <a:gd name="connsiteX0" fmla="*/ 106765 w 122005"/>
              <a:gd name="connsiteY0" fmla="*/ 0 h 355600"/>
              <a:gd name="connsiteX1" fmla="*/ 85 w 122005"/>
              <a:gd name="connsiteY1" fmla="*/ 182880 h 355600"/>
              <a:gd name="connsiteX2" fmla="*/ 122005 w 122005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005" h="355600">
                <a:moveTo>
                  <a:pt x="106765" y="0"/>
                </a:moveTo>
                <a:cubicBezTo>
                  <a:pt x="52155" y="61806"/>
                  <a:pt x="-2455" y="123613"/>
                  <a:pt x="85" y="182880"/>
                </a:cubicBezTo>
                <a:cubicBezTo>
                  <a:pt x="2625" y="242147"/>
                  <a:pt x="62315" y="298873"/>
                  <a:pt x="122005" y="35560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9E6334FD-EA84-4D2C-93EF-187EBCFE7CEF}"/>
              </a:ext>
            </a:extLst>
          </p:cNvPr>
          <p:cNvCxnSpPr>
            <a:cxnSpLocks/>
          </p:cNvCxnSpPr>
          <p:nvPr/>
        </p:nvCxnSpPr>
        <p:spPr>
          <a:xfrm flipH="1">
            <a:off x="2838969" y="4087063"/>
            <a:ext cx="1757589" cy="364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01B2C0FC-2939-46CB-A6A1-E9D4F42CA68B}"/>
              </a:ext>
            </a:extLst>
          </p:cNvPr>
          <p:cNvSpPr txBox="1"/>
          <p:nvPr/>
        </p:nvSpPr>
        <p:spPr>
          <a:xfrm rot="816803">
            <a:off x="1800926" y="1694698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nextE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F6AF67FD-A8F7-4B03-825A-74DACB0DB1A2}"/>
              </a:ext>
            </a:extLst>
          </p:cNvPr>
          <p:cNvSpPr txBox="1"/>
          <p:nvPr/>
        </p:nvSpPr>
        <p:spPr>
          <a:xfrm rot="816803">
            <a:off x="1814027" y="4335955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nextP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C4A533E5-1F06-4250-87ED-2B8A1AA5AA8B}"/>
              </a:ext>
            </a:extLst>
          </p:cNvPr>
          <p:cNvSpPr txBox="1"/>
          <p:nvPr/>
        </p:nvSpPr>
        <p:spPr>
          <a:xfrm rot="20940295">
            <a:off x="3428999" y="4019544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nextP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B0EF8D79-C2E4-40D7-BDDD-9951D1B9064F}"/>
              </a:ext>
            </a:extLst>
          </p:cNvPr>
          <p:cNvCxnSpPr>
            <a:cxnSpLocks/>
          </p:cNvCxnSpPr>
          <p:nvPr/>
        </p:nvCxnSpPr>
        <p:spPr>
          <a:xfrm flipH="1">
            <a:off x="1621424" y="5212663"/>
            <a:ext cx="101394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2 71">
            <a:extLst>
              <a:ext uri="{FF2B5EF4-FFF2-40B4-BE49-F238E27FC236}">
                <a16:creationId xmlns:a16="http://schemas.microsoft.com/office/drawing/2014/main" id="{84F47A02-6F9B-4876-A8EE-9D07ECFE7175}"/>
              </a:ext>
            </a:extLst>
          </p:cNvPr>
          <p:cNvCxnSpPr>
            <a:cxnSpLocks/>
          </p:cNvCxnSpPr>
          <p:nvPr/>
        </p:nvCxnSpPr>
        <p:spPr>
          <a:xfrm flipV="1">
            <a:off x="4799282" y="3237885"/>
            <a:ext cx="1832234" cy="12177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C96EC1F9-A403-41D0-8F6F-3C8F4AB1AFA7}"/>
              </a:ext>
            </a:extLst>
          </p:cNvPr>
          <p:cNvSpPr txBox="1"/>
          <p:nvPr/>
        </p:nvSpPr>
        <p:spPr>
          <a:xfrm rot="21401589">
            <a:off x="5431735" y="3034774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7" name="Connettore 2 76">
            <a:extLst>
              <a:ext uri="{FF2B5EF4-FFF2-40B4-BE49-F238E27FC236}">
                <a16:creationId xmlns:a16="http://schemas.microsoft.com/office/drawing/2014/main" id="{4263B4E9-44B0-427D-8E4D-7B7616689CF8}"/>
              </a:ext>
            </a:extLst>
          </p:cNvPr>
          <p:cNvCxnSpPr>
            <a:cxnSpLocks/>
          </p:cNvCxnSpPr>
          <p:nvPr/>
        </p:nvCxnSpPr>
        <p:spPr>
          <a:xfrm flipV="1">
            <a:off x="4790950" y="1427166"/>
            <a:ext cx="878171" cy="116515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EBF7C1B1-B5AF-48DF-98D2-7EE41E7EFAC6}"/>
              </a:ext>
            </a:extLst>
          </p:cNvPr>
          <p:cNvSpPr txBox="1"/>
          <p:nvPr/>
        </p:nvSpPr>
        <p:spPr>
          <a:xfrm rot="18416523">
            <a:off x="4950452" y="1525586"/>
            <a:ext cx="7522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" name="Elemento grafico 80">
            <a:extLst>
              <a:ext uri="{FF2B5EF4-FFF2-40B4-BE49-F238E27FC236}">
                <a16:creationId xmlns:a16="http://schemas.microsoft.com/office/drawing/2014/main" id="{9E853CB8-8290-49D1-9C84-26C889253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3841" y="2357657"/>
            <a:ext cx="508000" cy="508000"/>
          </a:xfrm>
          <a:prstGeom prst="rect">
            <a:avLst/>
          </a:prstGeom>
        </p:spPr>
      </p:pic>
      <p:pic>
        <p:nvPicPr>
          <p:cNvPr id="83" name="Elemento grafico 82">
            <a:extLst>
              <a:ext uri="{FF2B5EF4-FFF2-40B4-BE49-F238E27FC236}">
                <a16:creationId xmlns:a16="http://schemas.microsoft.com/office/drawing/2014/main" id="{74DA9F44-F63A-438F-B26A-67C4B40A91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7637" y="3145455"/>
            <a:ext cx="701040" cy="701040"/>
          </a:xfrm>
          <a:prstGeom prst="rect">
            <a:avLst/>
          </a:prstGeom>
        </p:spPr>
      </p:pic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31EFD719-BB7D-4E2A-9430-EEC0E676BF45}"/>
              </a:ext>
            </a:extLst>
          </p:cNvPr>
          <p:cNvCxnSpPr>
            <a:cxnSpLocks/>
            <a:stCxn id="81" idx="1"/>
          </p:cNvCxnSpPr>
          <p:nvPr/>
        </p:nvCxnSpPr>
        <p:spPr>
          <a:xfrm flipH="1">
            <a:off x="6578440" y="2611657"/>
            <a:ext cx="1405401" cy="43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2 86">
            <a:extLst>
              <a:ext uri="{FF2B5EF4-FFF2-40B4-BE49-F238E27FC236}">
                <a16:creationId xmlns:a16="http://schemas.microsoft.com/office/drawing/2014/main" id="{6924C519-727B-422C-8479-51EABC097DB9}"/>
              </a:ext>
            </a:extLst>
          </p:cNvPr>
          <p:cNvCxnSpPr>
            <a:cxnSpLocks/>
          </p:cNvCxnSpPr>
          <p:nvPr/>
        </p:nvCxnSpPr>
        <p:spPr>
          <a:xfrm flipH="1">
            <a:off x="7504753" y="3586316"/>
            <a:ext cx="4790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646EAD85-8570-4789-9AD8-3EA8543FCB9A}"/>
              </a:ext>
            </a:extLst>
          </p:cNvPr>
          <p:cNvSpPr txBox="1"/>
          <p:nvPr/>
        </p:nvSpPr>
        <p:spPr>
          <a:xfrm>
            <a:off x="7483070" y="2308861"/>
            <a:ext cx="630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append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CasellaDiTesto 89">
            <a:extLst>
              <a:ext uri="{FF2B5EF4-FFF2-40B4-BE49-F238E27FC236}">
                <a16:creationId xmlns:a16="http://schemas.microsoft.com/office/drawing/2014/main" id="{609270A5-A74A-4FFB-AD51-826CF202F1AB}"/>
              </a:ext>
            </a:extLst>
          </p:cNvPr>
          <p:cNvSpPr txBox="1"/>
          <p:nvPr/>
        </p:nvSpPr>
        <p:spPr>
          <a:xfrm>
            <a:off x="7494436" y="3300929"/>
            <a:ext cx="6303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append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Callout: linea 90">
            <a:extLst>
              <a:ext uri="{FF2B5EF4-FFF2-40B4-BE49-F238E27FC236}">
                <a16:creationId xmlns:a16="http://schemas.microsoft.com/office/drawing/2014/main" id="{618928A5-CB9A-49A6-9A63-B5A43FFAD8C0}"/>
              </a:ext>
            </a:extLst>
          </p:cNvPr>
          <p:cNvSpPr/>
          <p:nvPr/>
        </p:nvSpPr>
        <p:spPr>
          <a:xfrm>
            <a:off x="3795746" y="5659136"/>
            <a:ext cx="1360324" cy="828048"/>
          </a:xfrm>
          <a:prstGeom prst="borderCallout1">
            <a:avLst>
              <a:gd name="adj1" fmla="val 54332"/>
              <a:gd name="adj2" fmla="val -117"/>
              <a:gd name="adj3" fmla="val -99050"/>
              <a:gd name="adj4" fmla="val -6141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={ id = 2, </a:t>
            </a:r>
            <a:b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it-IT" sz="12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 ,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it-IT" sz="12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</a:t>
            </a:r>
          </a:p>
          <a:p>
            <a:pPr algn="ctr"/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nextP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??? }</a:t>
            </a:r>
          </a:p>
        </p:txBody>
      </p:sp>
      <p:sp>
        <p:nvSpPr>
          <p:cNvPr id="92" name="Callout: linea 91">
            <a:extLst>
              <a:ext uri="{FF2B5EF4-FFF2-40B4-BE49-F238E27FC236}">
                <a16:creationId xmlns:a16="http://schemas.microsoft.com/office/drawing/2014/main" id="{0640E983-F9CD-403F-9B2E-459A62C12166}"/>
              </a:ext>
            </a:extLst>
          </p:cNvPr>
          <p:cNvSpPr/>
          <p:nvPr/>
        </p:nvSpPr>
        <p:spPr>
          <a:xfrm>
            <a:off x="5970634" y="5757432"/>
            <a:ext cx="1629948" cy="928177"/>
          </a:xfrm>
          <a:prstGeom prst="borderCallout1">
            <a:avLst>
              <a:gd name="adj1" fmla="val 54325"/>
              <a:gd name="adj2" fmla="val -230"/>
              <a:gd name="adj3" fmla="val -174823"/>
              <a:gd name="adj4" fmla="val -51656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 id = 5, </a:t>
            </a:r>
            <a:b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it-IT" sz="12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 ,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it-IT" sz="12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</a:t>
            </a:r>
          </a:p>
          <a:p>
            <a:pPr algn="ctr"/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nextP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0,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nextE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… }</a:t>
            </a:r>
          </a:p>
        </p:txBody>
      </p:sp>
      <p:sp>
        <p:nvSpPr>
          <p:cNvPr id="93" name="Callout: linea 92">
            <a:extLst>
              <a:ext uri="{FF2B5EF4-FFF2-40B4-BE49-F238E27FC236}">
                <a16:creationId xmlns:a16="http://schemas.microsoft.com/office/drawing/2014/main" id="{66F8A4E8-E67D-47F8-844C-2CF6C6D9E6FE}"/>
              </a:ext>
            </a:extLst>
          </p:cNvPr>
          <p:cNvSpPr/>
          <p:nvPr/>
        </p:nvSpPr>
        <p:spPr>
          <a:xfrm>
            <a:off x="286300" y="1331356"/>
            <a:ext cx="1373223" cy="977505"/>
          </a:xfrm>
          <a:prstGeom prst="borderCallout1">
            <a:avLst>
              <a:gd name="adj1" fmla="val 49950"/>
              <a:gd name="adj2" fmla="val 100378"/>
              <a:gd name="adj3" fmla="val 13106"/>
              <a:gd name="adj4" fmla="val 145979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id = 0, </a:t>
            </a:r>
            <a:b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it-IT" sz="12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 ,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it-IT" sz="12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0,</a:t>
            </a:r>
          </a:p>
          <a:p>
            <a:pPr algn="ctr"/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nextE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algn="ctr"/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fromN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1,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toN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2, … }</a:t>
            </a:r>
          </a:p>
        </p:txBody>
      </p:sp>
      <p:cxnSp>
        <p:nvCxnSpPr>
          <p:cNvPr id="96" name="Connettore 2 95">
            <a:extLst>
              <a:ext uri="{FF2B5EF4-FFF2-40B4-BE49-F238E27FC236}">
                <a16:creationId xmlns:a16="http://schemas.microsoft.com/office/drawing/2014/main" id="{964505E9-C58D-40EF-BA33-9564DDEE8C06}"/>
              </a:ext>
            </a:extLst>
          </p:cNvPr>
          <p:cNvCxnSpPr>
            <a:cxnSpLocks/>
          </p:cNvCxnSpPr>
          <p:nvPr/>
        </p:nvCxnSpPr>
        <p:spPr>
          <a:xfrm flipH="1">
            <a:off x="4799283" y="3306378"/>
            <a:ext cx="1832233" cy="4126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8A221A1B-C393-4301-922B-8CE4F3B5778A}"/>
              </a:ext>
            </a:extLst>
          </p:cNvPr>
          <p:cNvSpPr txBox="1"/>
          <p:nvPr/>
        </p:nvSpPr>
        <p:spPr>
          <a:xfrm rot="20784371">
            <a:off x="5235148" y="3528016"/>
            <a:ext cx="4507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endParaRPr lang="it-IT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Callout: linea 107">
            <a:extLst>
              <a:ext uri="{FF2B5EF4-FFF2-40B4-BE49-F238E27FC236}">
                <a16:creationId xmlns:a16="http://schemas.microsoft.com/office/drawing/2014/main" id="{B2B5D7B9-AC88-4C99-A90E-2A160011C5C9}"/>
              </a:ext>
            </a:extLst>
          </p:cNvPr>
          <p:cNvSpPr/>
          <p:nvPr/>
        </p:nvSpPr>
        <p:spPr>
          <a:xfrm>
            <a:off x="5940848" y="4553253"/>
            <a:ext cx="1629948" cy="928177"/>
          </a:xfrm>
          <a:prstGeom prst="borderCallout1">
            <a:avLst>
              <a:gd name="adj1" fmla="val -1401"/>
              <a:gd name="adj2" fmla="val 49637"/>
              <a:gd name="adj3" fmla="val -131535"/>
              <a:gd name="adj4" fmla="val 63858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{ id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1753446074 ,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19,</a:t>
            </a:r>
          </a:p>
          <a:p>
            <a:pPr algn="ctr"/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{ </a:t>
            </a:r>
            <a:r>
              <a:rPr lang="it-IT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it-IT" sz="1200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}, E = { e</a:t>
            </a:r>
            <a:r>
              <a:rPr lang="it-IT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  <a:b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…}</a:t>
            </a:r>
          </a:p>
        </p:txBody>
      </p: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42C56262-7772-4CB1-A74B-EF86DFEEA831}"/>
              </a:ext>
            </a:extLst>
          </p:cNvPr>
          <p:cNvCxnSpPr>
            <a:cxnSpLocks/>
          </p:cNvCxnSpPr>
          <p:nvPr/>
        </p:nvCxnSpPr>
        <p:spPr>
          <a:xfrm flipV="1">
            <a:off x="4785595" y="1738574"/>
            <a:ext cx="872352" cy="86022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3746C21A-A063-4A8D-B499-7C0F488C0325}"/>
              </a:ext>
            </a:extLst>
          </p:cNvPr>
          <p:cNvCxnSpPr>
            <a:cxnSpLocks/>
          </p:cNvCxnSpPr>
          <p:nvPr/>
        </p:nvCxnSpPr>
        <p:spPr>
          <a:xfrm flipV="1">
            <a:off x="4783544" y="2133468"/>
            <a:ext cx="873150" cy="46396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ttore 2 63">
            <a:extLst>
              <a:ext uri="{FF2B5EF4-FFF2-40B4-BE49-F238E27FC236}">
                <a16:creationId xmlns:a16="http://schemas.microsoft.com/office/drawing/2014/main" id="{BAF303D0-DA2D-4ACB-918F-11F0190CEC4E}"/>
              </a:ext>
            </a:extLst>
          </p:cNvPr>
          <p:cNvCxnSpPr>
            <a:cxnSpLocks/>
          </p:cNvCxnSpPr>
          <p:nvPr/>
        </p:nvCxnSpPr>
        <p:spPr>
          <a:xfrm flipV="1">
            <a:off x="4785595" y="2498282"/>
            <a:ext cx="877707" cy="106206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526DD587-7EAC-4B6B-A772-D127A4C4862B}"/>
              </a:ext>
            </a:extLst>
          </p:cNvPr>
          <p:cNvCxnSpPr>
            <a:cxnSpLocks/>
          </p:cNvCxnSpPr>
          <p:nvPr/>
        </p:nvCxnSpPr>
        <p:spPr>
          <a:xfrm>
            <a:off x="4790950" y="3367121"/>
            <a:ext cx="1870024" cy="246916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518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2B39574D-7033-3E7D-9C27-37B832F7E5D8}"/>
              </a:ext>
            </a:extLst>
          </p:cNvPr>
          <p:cNvSpPr/>
          <p:nvPr/>
        </p:nvSpPr>
        <p:spPr>
          <a:xfrm>
            <a:off x="7249796" y="840155"/>
            <a:ext cx="4498716" cy="4041029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it-IT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B84ED35-FBF5-F339-F95F-15FDEED928EC}"/>
              </a:ext>
            </a:extLst>
          </p:cNvPr>
          <p:cNvSpPr/>
          <p:nvPr/>
        </p:nvSpPr>
        <p:spPr>
          <a:xfrm>
            <a:off x="565744" y="1427516"/>
            <a:ext cx="5960046" cy="3453669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it-IT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71D052AF-0FE5-1A0D-EAE3-BCDD20AC9649}"/>
              </a:ext>
            </a:extLst>
          </p:cNvPr>
          <p:cNvSpPr/>
          <p:nvPr/>
        </p:nvSpPr>
        <p:spPr>
          <a:xfrm>
            <a:off x="634832" y="1714085"/>
            <a:ext cx="822960" cy="822960"/>
          </a:xfrm>
          <a:prstGeom prst="ellipse">
            <a:avLst/>
          </a:prstGeom>
          <a:solidFill>
            <a:srgbClr val="A02B93">
              <a:alpha val="40000"/>
            </a:srgb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42EB806D-7F1A-4269-B9CF-55C7D7F1F482}"/>
              </a:ext>
            </a:extLst>
          </p:cNvPr>
          <p:cNvSpPr/>
          <p:nvPr/>
        </p:nvSpPr>
        <p:spPr>
          <a:xfrm>
            <a:off x="634832" y="3171761"/>
            <a:ext cx="822960" cy="822960"/>
          </a:xfrm>
          <a:prstGeom prst="ellipse">
            <a:avLst/>
          </a:prstGeom>
          <a:solidFill>
            <a:srgbClr val="4EA72E">
              <a:alpha val="40000"/>
            </a:srgbClr>
          </a:solidFill>
          <a:ln w="127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 1</a:t>
            </a:r>
          </a:p>
        </p:txBody>
      </p:sp>
      <p:sp>
        <p:nvSpPr>
          <p:cNvPr id="8" name="Ovale 7">
            <a:extLst>
              <a:ext uri="{FF2B5EF4-FFF2-40B4-BE49-F238E27FC236}">
                <a16:creationId xmlns:a16="http://schemas.microsoft.com/office/drawing/2014/main" id="{536A8DA9-3183-9B79-2A92-0646954A28C2}"/>
              </a:ext>
            </a:extLst>
          </p:cNvPr>
          <p:cNvSpPr/>
          <p:nvPr/>
        </p:nvSpPr>
        <p:spPr>
          <a:xfrm>
            <a:off x="2251026" y="2607165"/>
            <a:ext cx="822960" cy="822960"/>
          </a:xfrm>
          <a:prstGeom prst="ellipse">
            <a:avLst/>
          </a:prstGeom>
          <a:solidFill>
            <a:schemeClr val="accent3">
              <a:lumMod val="75000"/>
              <a:alpha val="40000"/>
            </a:schemeClr>
          </a:solidFill>
          <a:ln w="127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Parcel 1</a:t>
            </a:r>
            <a:endParaRPr lang="it-IT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747683B9-61FE-1F80-DA90-521CA6C586BA}"/>
              </a:ext>
            </a:extLst>
          </p:cNvPr>
          <p:cNvSpPr/>
          <p:nvPr/>
        </p:nvSpPr>
        <p:spPr>
          <a:xfrm>
            <a:off x="2251026" y="3841605"/>
            <a:ext cx="822960" cy="822960"/>
          </a:xfrm>
          <a:prstGeom prst="ellipse">
            <a:avLst/>
          </a:prstGeom>
          <a:solidFill>
            <a:schemeClr val="accent3">
              <a:lumMod val="75000"/>
              <a:alpha val="40000"/>
            </a:schemeClr>
          </a:solidFill>
          <a:ln w="12700"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Parcel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BA571061-4F8D-4BE7-2EFA-929BF984F775}"/>
              </a:ext>
            </a:extLst>
          </p:cNvPr>
          <p:cNvSpPr/>
          <p:nvPr/>
        </p:nvSpPr>
        <p:spPr>
          <a:xfrm>
            <a:off x="3787202" y="1714085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1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5D6B9D5A-865A-2087-3397-E3037EBF17D7}"/>
              </a:ext>
            </a:extLst>
          </p:cNvPr>
          <p:cNvSpPr/>
          <p:nvPr/>
        </p:nvSpPr>
        <p:spPr>
          <a:xfrm>
            <a:off x="3787202" y="3224385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2</a:t>
            </a:r>
          </a:p>
        </p:txBody>
      </p:sp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AE0604E7-E3E0-9F46-0C42-F9FC06900517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1457792" y="3018645"/>
            <a:ext cx="793234" cy="56459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553ADEE-81C0-42BE-2C49-B0939B6F0300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1457792" y="3583241"/>
            <a:ext cx="793234" cy="6698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FE46DA5A-EA66-4D3C-9E5A-F6CBF6DF7F92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1457792" y="2125565"/>
            <a:ext cx="232941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4519163D-CC86-3F1E-C6CD-E80F576930C2}"/>
              </a:ext>
            </a:extLst>
          </p:cNvPr>
          <p:cNvCxnSpPr>
            <a:cxnSpLocks/>
            <a:stCxn id="8" idx="6"/>
            <a:endCxn id="10" idx="3"/>
          </p:cNvCxnSpPr>
          <p:nvPr/>
        </p:nvCxnSpPr>
        <p:spPr>
          <a:xfrm flipV="1">
            <a:off x="3073986" y="2416525"/>
            <a:ext cx="833736" cy="6021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B8550AEF-89AB-535D-753F-35F6F2C2CBE2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3073986" y="3018645"/>
            <a:ext cx="713216" cy="617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908E8C83-486C-ED1A-3A52-9EFE647888AE}"/>
              </a:ext>
            </a:extLst>
          </p:cNvPr>
          <p:cNvCxnSpPr>
            <a:cxnSpLocks/>
            <a:stCxn id="9" idx="6"/>
            <a:endCxn id="11" idx="2"/>
          </p:cNvCxnSpPr>
          <p:nvPr/>
        </p:nvCxnSpPr>
        <p:spPr>
          <a:xfrm flipV="1">
            <a:off x="3073986" y="3635865"/>
            <a:ext cx="713216" cy="617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e 31">
            <a:extLst>
              <a:ext uri="{FF2B5EF4-FFF2-40B4-BE49-F238E27FC236}">
                <a16:creationId xmlns:a16="http://schemas.microsoft.com/office/drawing/2014/main" id="{4CE3F701-2979-A905-B443-7E6ADBE75E2E}"/>
              </a:ext>
            </a:extLst>
          </p:cNvPr>
          <p:cNvSpPr/>
          <p:nvPr/>
        </p:nvSpPr>
        <p:spPr>
          <a:xfrm>
            <a:off x="5346238" y="1714085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427EC385-C3EE-B6D3-8616-D38A062181E3}"/>
              </a:ext>
            </a:extLst>
          </p:cNvPr>
          <p:cNvSpPr/>
          <p:nvPr/>
        </p:nvSpPr>
        <p:spPr>
          <a:xfrm>
            <a:off x="5346238" y="2742792"/>
            <a:ext cx="822960" cy="822960"/>
          </a:xfrm>
          <a:prstGeom prst="ellipse">
            <a:avLst/>
          </a:prstGeom>
          <a:solidFill>
            <a:schemeClr val="accent4">
              <a:alpha val="40000"/>
            </a:schemeClr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08EE9E47-742C-4396-9D4C-E304329F1A93}"/>
              </a:ext>
            </a:extLst>
          </p:cNvPr>
          <p:cNvSpPr/>
          <p:nvPr/>
        </p:nvSpPr>
        <p:spPr>
          <a:xfrm>
            <a:off x="5346238" y="3771499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r>
              <a:rPr lang="it-IT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90B0C19A-E6AA-61AF-374C-EA446A5D2B1B}"/>
              </a:ext>
            </a:extLst>
          </p:cNvPr>
          <p:cNvCxnSpPr>
            <a:cxnSpLocks/>
            <a:stCxn id="10" idx="6"/>
            <a:endCxn id="32" idx="2"/>
          </p:cNvCxnSpPr>
          <p:nvPr/>
        </p:nvCxnSpPr>
        <p:spPr>
          <a:xfrm>
            <a:off x="4610162" y="2125565"/>
            <a:ext cx="7360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CFD6B922-A13C-3E72-DEE1-1579B6568429}"/>
              </a:ext>
            </a:extLst>
          </p:cNvPr>
          <p:cNvCxnSpPr>
            <a:cxnSpLocks/>
            <a:stCxn id="10" idx="6"/>
            <a:endCxn id="33" idx="2"/>
          </p:cNvCxnSpPr>
          <p:nvPr/>
        </p:nvCxnSpPr>
        <p:spPr>
          <a:xfrm>
            <a:off x="4610162" y="2125565"/>
            <a:ext cx="736076" cy="10287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57C002A0-25DC-EC65-09AF-D565335F4BD2}"/>
              </a:ext>
            </a:extLst>
          </p:cNvPr>
          <p:cNvCxnSpPr>
            <a:cxnSpLocks/>
            <a:stCxn id="11" idx="6"/>
            <a:endCxn id="34" idx="2"/>
          </p:cNvCxnSpPr>
          <p:nvPr/>
        </p:nvCxnSpPr>
        <p:spPr>
          <a:xfrm>
            <a:off x="4610162" y="3635865"/>
            <a:ext cx="736076" cy="5471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ella 53">
            <a:extLst>
              <a:ext uri="{FF2B5EF4-FFF2-40B4-BE49-F238E27FC236}">
                <a16:creationId xmlns:a16="http://schemas.microsoft.com/office/drawing/2014/main" id="{DB6D86D2-538E-633D-8326-CF6C9543C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335070"/>
              </p:ext>
            </p:extLst>
          </p:nvPr>
        </p:nvGraphicFramePr>
        <p:xfrm>
          <a:off x="7422882" y="982803"/>
          <a:ext cx="4225067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1018876478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1959911989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756377275"/>
                    </a:ext>
                  </a:extLst>
                </a:gridCol>
                <a:gridCol w="828993">
                  <a:extLst>
                    <a:ext uri="{9D8B030D-6E8A-4147-A177-3AD203B41FA5}">
                      <a16:colId xmlns:a16="http://schemas.microsoft.com/office/drawing/2014/main" val="3076497500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1214268689"/>
                    </a:ext>
                  </a:extLst>
                </a:gridCol>
                <a:gridCol w="518253">
                  <a:extLst>
                    <a:ext uri="{9D8B030D-6E8A-4147-A177-3AD203B41FA5}">
                      <a16:colId xmlns:a16="http://schemas.microsoft.com/office/drawing/2014/main" val="4071906229"/>
                    </a:ext>
                  </a:extLst>
                </a:gridCol>
              </a:tblGrid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edges</a:t>
                      </a:r>
                      <a:endParaRPr lang="it-IT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457590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• }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65071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 }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17407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 }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343828"/>
                  </a:ext>
                </a:extLst>
              </a:tr>
            </a:tbl>
          </a:graphicData>
        </a:graphic>
      </p:graphicFrame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633BEE7C-EC5A-ACE9-AA4E-FE0F1C8D222E}"/>
              </a:ext>
            </a:extLst>
          </p:cNvPr>
          <p:cNvSpPr txBox="1"/>
          <p:nvPr/>
        </p:nvSpPr>
        <p:spPr>
          <a:xfrm>
            <a:off x="565742" y="1121632"/>
            <a:ext cx="4138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F63F9B16-190A-CB52-738A-56CD8C6DDD17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6169198" y="1427517"/>
            <a:ext cx="1276544" cy="698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184E11CB-8E79-DFC4-BC1B-269CBA09D110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6169198" y="1763017"/>
            <a:ext cx="1276544" cy="3625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A946471F-ABD8-1790-5C57-45A716CF7CFC}"/>
              </a:ext>
            </a:extLst>
          </p:cNvPr>
          <p:cNvCxnSpPr>
            <a:cxnSpLocks/>
            <a:stCxn id="32" idx="6"/>
          </p:cNvCxnSpPr>
          <p:nvPr/>
        </p:nvCxnSpPr>
        <p:spPr>
          <a:xfrm flipV="1">
            <a:off x="6169198" y="2047161"/>
            <a:ext cx="1276544" cy="784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C589993C-AB1D-7305-6FCB-AF26FDCD20E1}"/>
              </a:ext>
            </a:extLst>
          </p:cNvPr>
          <p:cNvSpPr txBox="1"/>
          <p:nvPr/>
        </p:nvSpPr>
        <p:spPr>
          <a:xfrm>
            <a:off x="7257089" y="537055"/>
            <a:ext cx="393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9" name="Tabella 88">
            <a:extLst>
              <a:ext uri="{FF2B5EF4-FFF2-40B4-BE49-F238E27FC236}">
                <a16:creationId xmlns:a16="http://schemas.microsoft.com/office/drawing/2014/main" id="{64E739D1-9AAE-9EEB-7E8B-49A5DA45B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296854"/>
              </p:ext>
            </p:extLst>
          </p:nvPr>
        </p:nvGraphicFramePr>
        <p:xfrm>
          <a:off x="7422882" y="2461065"/>
          <a:ext cx="4225067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1018876478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1959911989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756377275"/>
                    </a:ext>
                  </a:extLst>
                </a:gridCol>
                <a:gridCol w="828993">
                  <a:extLst>
                    <a:ext uri="{9D8B030D-6E8A-4147-A177-3AD203B41FA5}">
                      <a16:colId xmlns:a16="http://schemas.microsoft.com/office/drawing/2014/main" val="3076497500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1214268689"/>
                    </a:ext>
                  </a:extLst>
                </a:gridCol>
                <a:gridCol w="518253">
                  <a:extLst>
                    <a:ext uri="{9D8B030D-6E8A-4147-A177-3AD203B41FA5}">
                      <a16:colId xmlns:a16="http://schemas.microsoft.com/office/drawing/2014/main" val="4071906229"/>
                    </a:ext>
                  </a:extLst>
                </a:gridCol>
              </a:tblGrid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edges</a:t>
                      </a:r>
                      <a:endParaRPr lang="it-IT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457590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 }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65071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{ }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717407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}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343828"/>
                  </a:ext>
                </a:extLst>
              </a:tr>
            </a:tbl>
          </a:graphicData>
        </a:graphic>
      </p:graphicFrame>
      <p:graphicFrame>
        <p:nvGraphicFramePr>
          <p:cNvPr id="90" name="Tabella 89">
            <a:extLst>
              <a:ext uri="{FF2B5EF4-FFF2-40B4-BE49-F238E27FC236}">
                <a16:creationId xmlns:a16="http://schemas.microsoft.com/office/drawing/2014/main" id="{FD2B92D3-BF81-E4CF-3BAC-6ABA48EEA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579450"/>
              </p:ext>
            </p:extLst>
          </p:nvPr>
        </p:nvGraphicFramePr>
        <p:xfrm>
          <a:off x="7422882" y="3848754"/>
          <a:ext cx="4225067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1018876478"/>
                    </a:ext>
                  </a:extLst>
                </a:gridCol>
                <a:gridCol w="1197293">
                  <a:extLst>
                    <a:ext uri="{9D8B030D-6E8A-4147-A177-3AD203B41FA5}">
                      <a16:colId xmlns:a16="http://schemas.microsoft.com/office/drawing/2014/main" val="1959911989"/>
                    </a:ext>
                  </a:extLst>
                </a:gridCol>
                <a:gridCol w="632143">
                  <a:extLst>
                    <a:ext uri="{9D8B030D-6E8A-4147-A177-3AD203B41FA5}">
                      <a16:colId xmlns:a16="http://schemas.microsoft.com/office/drawing/2014/main" val="756377275"/>
                    </a:ext>
                  </a:extLst>
                </a:gridCol>
                <a:gridCol w="828993">
                  <a:extLst>
                    <a:ext uri="{9D8B030D-6E8A-4147-A177-3AD203B41FA5}">
                      <a16:colId xmlns:a16="http://schemas.microsoft.com/office/drawing/2014/main" val="3076497500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1214268689"/>
                    </a:ext>
                  </a:extLst>
                </a:gridCol>
                <a:gridCol w="518253">
                  <a:extLst>
                    <a:ext uri="{9D8B030D-6E8A-4147-A177-3AD203B41FA5}">
                      <a16:colId xmlns:a16="http://schemas.microsoft.com/office/drawing/2014/main" val="4071906229"/>
                    </a:ext>
                  </a:extLst>
                </a:gridCol>
              </a:tblGrid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edges</a:t>
                      </a:r>
                      <a:endParaRPr lang="it-IT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457590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}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665071"/>
                  </a:ext>
                </a:extLst>
              </a:tr>
              <a:tr h="15405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Measurement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Point(...)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}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…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0343828"/>
                  </a:ext>
                </a:extLst>
              </a:tr>
            </a:tbl>
          </a:graphicData>
        </a:graphic>
      </p:graphicFrame>
      <p:cxnSp>
        <p:nvCxnSpPr>
          <p:cNvPr id="92" name="Connettore diritto 91">
            <a:extLst>
              <a:ext uri="{FF2B5EF4-FFF2-40B4-BE49-F238E27FC236}">
                <a16:creationId xmlns:a16="http://schemas.microsoft.com/office/drawing/2014/main" id="{2C7BA211-6A7B-D6F5-C4C2-7FC339FF7621}"/>
              </a:ext>
            </a:extLst>
          </p:cNvPr>
          <p:cNvCxnSpPr>
            <a:cxnSpLocks/>
          </p:cNvCxnSpPr>
          <p:nvPr/>
        </p:nvCxnSpPr>
        <p:spPr>
          <a:xfrm>
            <a:off x="10983528" y="1454199"/>
            <a:ext cx="936564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Connettore diritto 94">
            <a:extLst>
              <a:ext uri="{FF2B5EF4-FFF2-40B4-BE49-F238E27FC236}">
                <a16:creationId xmlns:a16="http://schemas.microsoft.com/office/drawing/2014/main" id="{A636B8ED-7CBC-6FB7-03D5-38AB47E4EFA1}"/>
              </a:ext>
            </a:extLst>
          </p:cNvPr>
          <p:cNvCxnSpPr>
            <a:cxnSpLocks/>
          </p:cNvCxnSpPr>
          <p:nvPr/>
        </p:nvCxnSpPr>
        <p:spPr>
          <a:xfrm flipV="1">
            <a:off x="11916943" y="534540"/>
            <a:ext cx="0" cy="915656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ttore diritto 96">
            <a:extLst>
              <a:ext uri="{FF2B5EF4-FFF2-40B4-BE49-F238E27FC236}">
                <a16:creationId xmlns:a16="http://schemas.microsoft.com/office/drawing/2014/main" id="{6AFBF1FB-395D-BD0B-6FEE-C456238C2E59}"/>
              </a:ext>
            </a:extLst>
          </p:cNvPr>
          <p:cNvCxnSpPr>
            <a:cxnSpLocks/>
          </p:cNvCxnSpPr>
          <p:nvPr/>
        </p:nvCxnSpPr>
        <p:spPr>
          <a:xfrm flipH="1">
            <a:off x="1046312" y="531116"/>
            <a:ext cx="10875596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Connettore diritto 100">
            <a:extLst>
              <a:ext uri="{FF2B5EF4-FFF2-40B4-BE49-F238E27FC236}">
                <a16:creationId xmlns:a16="http://schemas.microsoft.com/office/drawing/2014/main" id="{DA25971B-FB6C-2E43-CDC3-8C721C3DBC35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046312" y="531117"/>
            <a:ext cx="0" cy="1182968"/>
          </a:xfrm>
          <a:prstGeom prst="line">
            <a:avLst/>
          </a:prstGeom>
          <a:ln w="12700">
            <a:head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357EC26-DD7F-499D-BBE2-85722C367C2E}"/>
              </a:ext>
            </a:extLst>
          </p:cNvPr>
          <p:cNvSpPr txBox="1"/>
          <p:nvPr/>
        </p:nvSpPr>
        <p:spPr>
          <a:xfrm>
            <a:off x="3280712" y="2557591"/>
            <a:ext cx="387927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2)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BD484449-8EE4-4D1C-B9EE-3FFF9CAE91CB}"/>
              </a:ext>
            </a:extLst>
          </p:cNvPr>
          <p:cNvSpPr txBox="1"/>
          <p:nvPr/>
        </p:nvSpPr>
        <p:spPr>
          <a:xfrm>
            <a:off x="3175715" y="3902021"/>
            <a:ext cx="597921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EDFCA5BF-EBBF-4CF3-BF23-E2B34EE69A66}"/>
              </a:ext>
            </a:extLst>
          </p:cNvPr>
          <p:cNvSpPr txBox="1"/>
          <p:nvPr/>
        </p:nvSpPr>
        <p:spPr>
          <a:xfrm>
            <a:off x="4682282" y="1879671"/>
            <a:ext cx="597921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38D3EB2-DDDB-4C3C-A2C7-B5B19792FB5F}"/>
              </a:ext>
            </a:extLst>
          </p:cNvPr>
          <p:cNvSpPr txBox="1"/>
          <p:nvPr/>
        </p:nvSpPr>
        <p:spPr>
          <a:xfrm>
            <a:off x="4682282" y="2482128"/>
            <a:ext cx="597921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DADBD2A1-3C26-4B12-B773-2840D097A7CE}"/>
              </a:ext>
            </a:extLst>
          </p:cNvPr>
          <p:cNvSpPr txBox="1"/>
          <p:nvPr/>
        </p:nvSpPr>
        <p:spPr>
          <a:xfrm>
            <a:off x="4682282" y="3775714"/>
            <a:ext cx="597921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F8AA09A-8F57-446C-B4FE-E9F9D75AF253}"/>
              </a:ext>
            </a:extLst>
          </p:cNvPr>
          <p:cNvSpPr txBox="1"/>
          <p:nvPr/>
        </p:nvSpPr>
        <p:spPr>
          <a:xfrm>
            <a:off x="2279389" y="2652259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800462DC-5866-4CD3-BE35-0042B7ECAFD8}"/>
              </a:ext>
            </a:extLst>
          </p:cNvPr>
          <p:cNvSpPr txBox="1"/>
          <p:nvPr/>
        </p:nvSpPr>
        <p:spPr>
          <a:xfrm>
            <a:off x="2279389" y="3883436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A9307544-BA67-47DE-969C-E64625C484C4}"/>
              </a:ext>
            </a:extLst>
          </p:cNvPr>
          <p:cNvSpPr txBox="1"/>
          <p:nvPr/>
        </p:nvSpPr>
        <p:spPr>
          <a:xfrm>
            <a:off x="663195" y="3204069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50FE6C60-F2ED-4B69-8537-8BA60D3DAE72}"/>
              </a:ext>
            </a:extLst>
          </p:cNvPr>
          <p:cNvSpPr txBox="1"/>
          <p:nvPr/>
        </p:nvSpPr>
        <p:spPr>
          <a:xfrm>
            <a:off x="3815565" y="3197574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1C54EF46-6129-4A46-8D94-5E416CD415A9}"/>
              </a:ext>
            </a:extLst>
          </p:cNvPr>
          <p:cNvSpPr txBox="1"/>
          <p:nvPr/>
        </p:nvSpPr>
        <p:spPr>
          <a:xfrm>
            <a:off x="3815565" y="1668818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E2BDF0B0-5213-46AE-8BA4-90944019B2CE}"/>
              </a:ext>
            </a:extLst>
          </p:cNvPr>
          <p:cNvSpPr txBox="1"/>
          <p:nvPr/>
        </p:nvSpPr>
        <p:spPr>
          <a:xfrm>
            <a:off x="663195" y="1706313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C4C84BF1-E195-4F90-802E-32C0B674873D}"/>
              </a:ext>
            </a:extLst>
          </p:cNvPr>
          <p:cNvSpPr txBox="1"/>
          <p:nvPr/>
        </p:nvSpPr>
        <p:spPr>
          <a:xfrm>
            <a:off x="5458758" y="1714085"/>
            <a:ext cx="597921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>
                <a:latin typeface="Times New Roman" panose="02020603050405020304" pitchFamily="18" charset="0"/>
                <a:cs typeface="Times New Roman" panose="02020603050405020304" pitchFamily="18" charset="0"/>
              </a:rPr>
              <a:t>[0,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82181F5C-4C16-435B-B7ED-E7793D73F119}"/>
              </a:ext>
            </a:extLst>
          </p:cNvPr>
          <p:cNvSpPr txBox="1"/>
          <p:nvPr/>
        </p:nvSpPr>
        <p:spPr>
          <a:xfrm>
            <a:off x="5458758" y="2714625"/>
            <a:ext cx="597921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>
                <a:latin typeface="Times New Roman" panose="02020603050405020304" pitchFamily="18" charset="0"/>
                <a:cs typeface="Times New Roman" panose="02020603050405020304" pitchFamily="18" charset="0"/>
              </a:rPr>
              <a:t>[0,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21A096B1-4620-434A-9506-35D4A7AFED67}"/>
              </a:ext>
            </a:extLst>
          </p:cNvPr>
          <p:cNvSpPr txBox="1"/>
          <p:nvPr/>
        </p:nvSpPr>
        <p:spPr>
          <a:xfrm>
            <a:off x="5458758" y="3705182"/>
            <a:ext cx="597921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>
                <a:latin typeface="Times New Roman" panose="02020603050405020304" pitchFamily="18" charset="0"/>
                <a:cs typeface="Times New Roman" panose="02020603050405020304" pitchFamily="18" charset="0"/>
              </a:rPr>
              <a:t>[0,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E9B49F52-A3E9-4E93-9AFE-FE6A942EE4A5}"/>
              </a:ext>
            </a:extLst>
          </p:cNvPr>
          <p:cNvSpPr txBox="1"/>
          <p:nvPr/>
        </p:nvSpPr>
        <p:spPr>
          <a:xfrm>
            <a:off x="1171530" y="862769"/>
            <a:ext cx="387927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F8B1681B-99EA-48F3-8AD7-381B056F6FF5}"/>
              </a:ext>
            </a:extLst>
          </p:cNvPr>
          <p:cNvSpPr txBox="1"/>
          <p:nvPr/>
        </p:nvSpPr>
        <p:spPr>
          <a:xfrm>
            <a:off x="1464011" y="3789569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AD21D979-6904-449F-AB83-C10E419A1280}"/>
              </a:ext>
            </a:extLst>
          </p:cNvPr>
          <p:cNvSpPr txBox="1"/>
          <p:nvPr/>
        </p:nvSpPr>
        <p:spPr>
          <a:xfrm>
            <a:off x="1464011" y="3095481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FF588D7C-F93E-40F7-8B4A-767FFC6206B7}"/>
              </a:ext>
            </a:extLst>
          </p:cNvPr>
          <p:cNvSpPr txBox="1"/>
          <p:nvPr/>
        </p:nvSpPr>
        <p:spPr>
          <a:xfrm>
            <a:off x="2077332" y="1887574"/>
            <a:ext cx="766235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(-inf, +inf)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62C663BD-5DAD-A34B-81DC-A24155AC5B1D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6169198" y="4182979"/>
            <a:ext cx="1276544" cy="132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B0D4AFD8-FF9C-B0AA-FFE6-DA88984D9606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6169198" y="4182979"/>
            <a:ext cx="1276544" cy="4675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2256E265-288A-E0B6-915E-227D18851748}"/>
              </a:ext>
            </a:extLst>
          </p:cNvPr>
          <p:cNvCxnSpPr>
            <a:cxnSpLocks/>
            <a:stCxn id="33" idx="6"/>
          </p:cNvCxnSpPr>
          <p:nvPr/>
        </p:nvCxnSpPr>
        <p:spPr>
          <a:xfrm flipV="1">
            <a:off x="6169198" y="2867704"/>
            <a:ext cx="1276544" cy="2865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CF952C3A-2089-B2B9-76BA-5833A78C7001}"/>
              </a:ext>
            </a:extLst>
          </p:cNvPr>
          <p:cNvCxnSpPr>
            <a:cxnSpLocks/>
            <a:stCxn id="33" idx="6"/>
          </p:cNvCxnSpPr>
          <p:nvPr/>
        </p:nvCxnSpPr>
        <p:spPr>
          <a:xfrm>
            <a:off x="6169198" y="3154272"/>
            <a:ext cx="1276544" cy="489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87A00F86-0739-9240-BB49-EF7A3F5EC82B}"/>
              </a:ext>
            </a:extLst>
          </p:cNvPr>
          <p:cNvCxnSpPr>
            <a:cxnSpLocks/>
            <a:stCxn id="33" idx="6"/>
          </p:cNvCxnSpPr>
          <p:nvPr/>
        </p:nvCxnSpPr>
        <p:spPr>
          <a:xfrm>
            <a:off x="6169198" y="3154272"/>
            <a:ext cx="1276544" cy="3330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A1698E35-ED2C-485C-9C8C-3337C68CD65A}"/>
              </a:ext>
            </a:extLst>
          </p:cNvPr>
          <p:cNvSpPr txBox="1"/>
          <p:nvPr/>
        </p:nvSpPr>
        <p:spPr>
          <a:xfrm>
            <a:off x="3280712" y="3193221"/>
            <a:ext cx="387927" cy="215444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[2, 4)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360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8889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BBC27-8216-AAD6-2319-3D355207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AABD139-1DB7-BE8A-5E06-5E40012ED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78415"/>
            <a:ext cx="6017448" cy="549854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it-IT" dirty="0"/>
              <a:t>IDEA: Regular </a:t>
            </a:r>
            <a:r>
              <a:rPr lang="it-IT" dirty="0" err="1"/>
              <a:t>Path</a:t>
            </a:r>
            <a:r>
              <a:rPr lang="it-IT" dirty="0"/>
              <a:t> Queries su </a:t>
            </a:r>
            <a:r>
              <a:rPr lang="it-IT" dirty="0" err="1"/>
              <a:t>multistore</a:t>
            </a:r>
            <a:endParaRPr lang="it-IT" dirty="0"/>
          </a:p>
          <a:p>
            <a:r>
              <a:rPr lang="it-IT" dirty="0"/>
              <a:t>GS (usando logiche temporali note) </a:t>
            </a:r>
          </a:p>
          <a:p>
            <a:r>
              <a:rPr lang="it-IT" dirty="0"/>
              <a:t>TS (usando meccanismi di query </a:t>
            </a:r>
            <a:r>
              <a:rPr lang="it-IT" dirty="0" err="1"/>
              <a:t>rewriting</a:t>
            </a:r>
            <a:r>
              <a:rPr lang="it-IT" dirty="0"/>
              <a:t> e archi temporali virtuali che noi </a:t>
            </a:r>
            <a:br>
              <a:rPr lang="it-IT" dirty="0"/>
            </a:br>
            <a:r>
              <a:rPr lang="it-IT" dirty="0"/>
              <a:t>gestiamo tramite indice temporale)</a:t>
            </a:r>
            <a:br>
              <a:rPr lang="it-IT" dirty="0"/>
            </a:br>
            <a:endParaRPr lang="it-IT" dirty="0"/>
          </a:p>
          <a:p>
            <a:r>
              <a:rPr lang="it-IT" dirty="0">
                <a:solidFill>
                  <a:srgbClr val="FF0000"/>
                </a:solidFill>
              </a:rPr>
              <a:t>Contributi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Espressività nuova su </a:t>
            </a:r>
            <a:r>
              <a:rPr lang="it-IT" dirty="0" err="1"/>
              <a:t>multistore</a:t>
            </a:r>
            <a:r>
              <a:rPr lang="it-IT" dirty="0"/>
              <a:t> </a:t>
            </a:r>
            <a:r>
              <a:rPr lang="it-IT" dirty="0" err="1"/>
              <a:t>temporal</a:t>
            </a:r>
            <a:r>
              <a:rPr lang="it-IT" dirty="0"/>
              <a:t> </a:t>
            </a:r>
            <a:r>
              <a:rPr lang="it-IT" dirty="0" err="1"/>
              <a:t>graph</a:t>
            </a:r>
            <a:r>
              <a:rPr lang="it-IT" dirty="0"/>
              <a:t> + time </a:t>
            </a:r>
            <a:r>
              <a:rPr lang="it-IT" dirty="0" err="1"/>
              <a:t>series</a:t>
            </a:r>
            <a:endParaRPr lang="it-IT" dirty="0"/>
          </a:p>
          <a:p>
            <a:pPr lvl="1"/>
            <a:r>
              <a:rPr lang="it-IT" dirty="0"/>
              <a:t>Query analitiche di TS integrate su grafi</a:t>
            </a:r>
          </a:p>
          <a:p>
            <a:pPr lvl="1"/>
            <a:r>
              <a:rPr lang="it-IT" dirty="0"/>
              <a:t>Ottimizzazione di piani di esecuzione </a:t>
            </a:r>
            <a:r>
              <a:rPr lang="it-IT" dirty="0" err="1"/>
              <a:t>multistore</a:t>
            </a:r>
            <a:endParaRPr lang="it-IT" dirty="0"/>
          </a:p>
          <a:p>
            <a:pPr lvl="1"/>
            <a:r>
              <a:rPr lang="it-IT" dirty="0"/>
              <a:t>Casi di applicazione reali</a:t>
            </a:r>
          </a:p>
          <a:p>
            <a:r>
              <a:rPr lang="it-IT" dirty="0">
                <a:solidFill>
                  <a:srgbClr val="FF0000"/>
                </a:solidFill>
              </a:rPr>
              <a:t>Problema 1</a:t>
            </a:r>
            <a:r>
              <a:rPr lang="it-IT" dirty="0"/>
              <a:t>: gestire RPQ su </a:t>
            </a:r>
            <a:r>
              <a:rPr lang="it-IT" dirty="0" err="1"/>
              <a:t>temporal</a:t>
            </a:r>
            <a:r>
              <a:rPr lang="it-IT" dirty="0"/>
              <a:t> </a:t>
            </a:r>
            <a:r>
              <a:rPr lang="it-IT" dirty="0" err="1"/>
              <a:t>graph</a:t>
            </a:r>
            <a:endParaRPr lang="it-IT" dirty="0"/>
          </a:p>
          <a:p>
            <a:r>
              <a:rPr lang="it-IT" dirty="0">
                <a:solidFill>
                  <a:srgbClr val="FF0000"/>
                </a:solidFill>
              </a:rPr>
              <a:t>Problema 2</a:t>
            </a:r>
            <a:r>
              <a:rPr lang="it-IT" dirty="0"/>
              <a:t>: query </a:t>
            </a:r>
            <a:r>
              <a:rPr lang="it-IT" dirty="0" err="1"/>
              <a:t>rewriting</a:t>
            </a:r>
            <a:r>
              <a:rPr lang="it-IT" dirty="0"/>
              <a:t> per RPQ su </a:t>
            </a:r>
            <a:r>
              <a:rPr lang="it-IT" dirty="0" err="1"/>
              <a:t>edge</a:t>
            </a:r>
            <a:r>
              <a:rPr lang="it-IT" dirty="0"/>
              <a:t> virtuali (e.g., tramite operatori di finestra in TS)</a:t>
            </a:r>
          </a:p>
          <a:p>
            <a:r>
              <a:rPr lang="it-IT" dirty="0">
                <a:solidFill>
                  <a:srgbClr val="FF0000"/>
                </a:solidFill>
              </a:rPr>
              <a:t>Problema 3</a:t>
            </a:r>
            <a:r>
              <a:rPr lang="it-IT" dirty="0"/>
              <a:t>: in funzione delle UDF (i.e., operatori analitici e non) che vogliamo supportare, possiamo complicarci la vita a piacere (</a:t>
            </a:r>
            <a:r>
              <a:rPr lang="it-IT" dirty="0" err="1"/>
              <a:t>moving</a:t>
            </a:r>
            <a:r>
              <a:rPr lang="it-IT" dirty="0"/>
              <a:t> </a:t>
            </a:r>
            <a:r>
              <a:rPr lang="it-IT" dirty="0" err="1"/>
              <a:t>average</a:t>
            </a:r>
            <a:r>
              <a:rPr lang="it-IT" dirty="0"/>
              <a:t>, </a:t>
            </a:r>
            <a:r>
              <a:rPr lang="it-IT" dirty="0" err="1"/>
              <a:t>downsampling</a:t>
            </a:r>
            <a:r>
              <a:rPr lang="it-IT" dirty="0"/>
              <a:t>, …)</a:t>
            </a:r>
          </a:p>
          <a:p>
            <a:pPr marL="0" indent="0">
              <a:buNone/>
            </a:pPr>
            <a:br>
              <a:rPr lang="en-US" dirty="0">
                <a:solidFill>
                  <a:srgbClr val="A02B93"/>
                </a:solidFill>
              </a:rPr>
            </a:br>
            <a:r>
              <a:rPr lang="en-US" dirty="0">
                <a:solidFill>
                  <a:srgbClr val="A02B93"/>
                </a:solidFill>
              </a:rPr>
              <a:t>match</a:t>
            </a:r>
            <a:r>
              <a:rPr lang="en-US" dirty="0"/>
              <a:t> (m1: measurement)-[:</a:t>
            </a:r>
            <a:r>
              <a:rPr lang="en-US" dirty="0">
                <a:solidFill>
                  <a:srgbClr val="FF0000"/>
                </a:solidFill>
              </a:rPr>
              <a:t>PRECEEDS</a:t>
            </a:r>
            <a:r>
              <a:rPr lang="en-US" dirty="0"/>
              <a:t>*5]-&gt;(m5: measurement)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where</a:t>
            </a:r>
            <a:r>
              <a:rPr lang="en-US" dirty="0"/>
              <a:t> UDF (m1, m5)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return </a:t>
            </a:r>
            <a:r>
              <a:rPr lang="en-US" dirty="0"/>
              <a:t>…</a:t>
            </a:r>
          </a:p>
          <a:p>
            <a:pPr marL="0" indent="0">
              <a:buNone/>
            </a:pPr>
            <a:r>
              <a:rPr lang="en-US" dirty="0"/>
              <a:t>IDEA 2: </a:t>
            </a:r>
            <a:r>
              <a:rPr lang="en-US" dirty="0" err="1"/>
              <a:t>Logiche</a:t>
            </a:r>
            <a:r>
              <a:rPr lang="en-US" dirty="0"/>
              <a:t> </a:t>
            </a:r>
            <a:r>
              <a:rPr lang="en-US" dirty="0" err="1"/>
              <a:t>temporali</a:t>
            </a:r>
            <a:r>
              <a:rPr lang="en-US" dirty="0"/>
              <a:t> di join </a:t>
            </a:r>
            <a:r>
              <a:rPr lang="en-US" dirty="0" err="1"/>
              <a:t>tra</a:t>
            </a:r>
            <a:r>
              <a:rPr lang="en-US" dirty="0"/>
              <a:t> path (</a:t>
            </a:r>
            <a:r>
              <a:rPr lang="en-US" dirty="0" err="1"/>
              <a:t>ortogonale</a:t>
            </a:r>
            <a:r>
              <a:rPr lang="en-US" dirty="0"/>
              <a:t> rispetto a RPQ)</a:t>
            </a:r>
            <a:br>
              <a:rPr lang="en-US" dirty="0">
                <a:solidFill>
                  <a:srgbClr val="A02B93"/>
                </a:solidFill>
              </a:rPr>
            </a:br>
            <a:br>
              <a:rPr lang="en-US" dirty="0">
                <a:solidFill>
                  <a:srgbClr val="A02B93"/>
                </a:solidFill>
              </a:rPr>
            </a:br>
            <a:r>
              <a:rPr lang="en-US" dirty="0">
                <a:solidFill>
                  <a:srgbClr val="A02B93"/>
                </a:solidFill>
              </a:rPr>
              <a:t>match</a:t>
            </a:r>
            <a:r>
              <a:rPr lang="en-US" dirty="0"/>
              <a:t> &lt;PATH1&gt; (p: parcel)</a:t>
            </a:r>
            <a:r>
              <a:rPr lang="en-US" dirty="0">
                <a:solidFill>
                  <a:srgbClr val="A02B93"/>
                </a:solidFill>
              </a:rPr>
              <a:t>-[:*5]-</a:t>
            </a:r>
            <a:r>
              <a:rPr lang="en-US" dirty="0"/>
              <a:t>(s: Sensor)-&gt;(t: Temperature),</a:t>
            </a:r>
            <a:br>
              <a:rPr lang="en-US" dirty="0"/>
            </a:br>
            <a:r>
              <a:rPr lang="en-US" dirty="0"/>
              <a:t>               &lt;PATH2&gt; (s)-[:HAS_OWNER]-&gt;(p: Person)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where</a:t>
            </a:r>
            <a:r>
              <a:rPr lang="en-US" dirty="0"/>
              <a:t> before(PATH1, PATH2)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return </a:t>
            </a:r>
            <a:r>
              <a:rPr lang="en-US" dirty="0"/>
              <a:t>…</a:t>
            </a:r>
            <a:endParaRPr lang="it-IT" dirty="0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01A46E04-D026-9176-4DDE-6685AED412A6}"/>
              </a:ext>
            </a:extLst>
          </p:cNvPr>
          <p:cNvSpPr/>
          <p:nvPr/>
        </p:nvSpPr>
        <p:spPr>
          <a:xfrm>
            <a:off x="10125348" y="766808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3|0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7DD66456-6B40-F396-E4CF-8BBB7815F787}"/>
              </a:ext>
            </a:extLst>
          </p:cNvPr>
          <p:cNvSpPr/>
          <p:nvPr/>
        </p:nvSpPr>
        <p:spPr>
          <a:xfrm>
            <a:off x="9909556" y="678415"/>
            <a:ext cx="2182721" cy="485051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pPr algn="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4AED5165-9F46-1149-05C3-E5ABB93604A5}"/>
              </a:ext>
            </a:extLst>
          </p:cNvPr>
          <p:cNvSpPr/>
          <p:nvPr/>
        </p:nvSpPr>
        <p:spPr>
          <a:xfrm>
            <a:off x="7037726" y="678415"/>
            <a:ext cx="2803595" cy="412691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28C0DFB8-285C-2430-72CE-51A8EA7067C8}"/>
              </a:ext>
            </a:extLst>
          </p:cNvPr>
          <p:cNvSpPr/>
          <p:nvPr/>
        </p:nvSpPr>
        <p:spPr>
          <a:xfrm>
            <a:off x="7980705" y="766808"/>
            <a:ext cx="822960" cy="822960"/>
          </a:xfrm>
          <a:prstGeom prst="ellipse">
            <a:avLst/>
          </a:prstGeom>
          <a:solidFill>
            <a:srgbClr val="A02B93">
              <a:alpha val="40000"/>
            </a:srgb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37620BF-44C2-FE5D-7159-203CA9D5329F}"/>
              </a:ext>
            </a:extLst>
          </p:cNvPr>
          <p:cNvSpPr/>
          <p:nvPr/>
        </p:nvSpPr>
        <p:spPr>
          <a:xfrm>
            <a:off x="7132573" y="1814985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345482D5-5129-5A44-54C3-C6F515EC864D}"/>
              </a:ext>
            </a:extLst>
          </p:cNvPr>
          <p:cNvSpPr/>
          <p:nvPr/>
        </p:nvSpPr>
        <p:spPr>
          <a:xfrm>
            <a:off x="7132573" y="3325285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ED647806-16AF-D195-1840-C43A1916D79E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 flipH="1">
            <a:off x="7544053" y="1469248"/>
            <a:ext cx="557172" cy="3457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e 31">
            <a:extLst>
              <a:ext uri="{FF2B5EF4-FFF2-40B4-BE49-F238E27FC236}">
                <a16:creationId xmlns:a16="http://schemas.microsoft.com/office/drawing/2014/main" id="{9B621853-0D74-3335-9CD6-D04EF50AE256}"/>
              </a:ext>
            </a:extLst>
          </p:cNvPr>
          <p:cNvSpPr/>
          <p:nvPr/>
        </p:nvSpPr>
        <p:spPr>
          <a:xfrm>
            <a:off x="8808345" y="1814985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98FF5CB5-E233-A9BD-80F7-ADB08452BE9B}"/>
              </a:ext>
            </a:extLst>
          </p:cNvPr>
          <p:cNvSpPr/>
          <p:nvPr/>
        </p:nvSpPr>
        <p:spPr>
          <a:xfrm>
            <a:off x="8808345" y="3872399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48A6FD3B-6315-9377-1B2E-7B2AB83DCD2F}"/>
              </a:ext>
            </a:extLst>
          </p:cNvPr>
          <p:cNvCxnSpPr>
            <a:cxnSpLocks/>
            <a:stCxn id="10" idx="6"/>
            <a:endCxn id="32" idx="2"/>
          </p:cNvCxnSpPr>
          <p:nvPr/>
        </p:nvCxnSpPr>
        <p:spPr>
          <a:xfrm>
            <a:off x="7955533" y="2226465"/>
            <a:ext cx="852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C6FB4410-4AA2-23D3-C0FC-40977E42B18B}"/>
              </a:ext>
            </a:extLst>
          </p:cNvPr>
          <p:cNvCxnSpPr>
            <a:cxnSpLocks/>
            <a:stCxn id="11" idx="6"/>
            <a:endCxn id="34" idx="2"/>
          </p:cNvCxnSpPr>
          <p:nvPr/>
        </p:nvCxnSpPr>
        <p:spPr>
          <a:xfrm>
            <a:off x="7955533" y="3736765"/>
            <a:ext cx="852812" cy="5471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0083FE45-0190-671B-CAA9-F28D55B43012}"/>
              </a:ext>
            </a:extLst>
          </p:cNvPr>
          <p:cNvCxnSpPr>
            <a:cxnSpLocks/>
            <a:stCxn id="32" idx="6"/>
            <a:endCxn id="64" idx="2"/>
          </p:cNvCxnSpPr>
          <p:nvPr/>
        </p:nvCxnSpPr>
        <p:spPr>
          <a:xfrm flipV="1">
            <a:off x="9631305" y="2201280"/>
            <a:ext cx="640726" cy="2518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836CC995-B851-32D3-EBF4-920C295F9A08}"/>
              </a:ext>
            </a:extLst>
          </p:cNvPr>
          <p:cNvSpPr txBox="1"/>
          <p:nvPr/>
        </p:nvSpPr>
        <p:spPr>
          <a:xfrm>
            <a:off x="8122664" y="1939931"/>
            <a:ext cx="572273" cy="492443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457CB2C-917A-950F-AA8B-325D5AB20DD9}"/>
              </a:ext>
            </a:extLst>
          </p:cNvPr>
          <p:cNvSpPr txBox="1"/>
          <p:nvPr/>
        </p:nvSpPr>
        <p:spPr>
          <a:xfrm>
            <a:off x="8122664" y="3876614"/>
            <a:ext cx="572273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45288C5F-5B73-C820-BE65-DAFC3C0C4922}"/>
              </a:ext>
            </a:extLst>
          </p:cNvPr>
          <p:cNvSpPr txBox="1"/>
          <p:nvPr/>
        </p:nvSpPr>
        <p:spPr>
          <a:xfrm>
            <a:off x="9213358" y="909431"/>
            <a:ext cx="445635" cy="492443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[0, 1)</a:t>
            </a:r>
          </a:p>
          <a:p>
            <a:r>
              <a:rPr lang="it-IT" dirty="0"/>
              <a:t>e</a:t>
            </a:r>
            <a:r>
              <a:rPr lang="it-IT" baseline="-25000" dirty="0"/>
              <a:t>4</a:t>
            </a:r>
            <a:endParaRPr lang="en-US" baseline="-25000" dirty="0"/>
          </a:p>
        </p:txBody>
      </p: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91647D4B-19E3-C97D-0514-C90209A4D3C0}"/>
              </a:ext>
            </a:extLst>
          </p:cNvPr>
          <p:cNvCxnSpPr>
            <a:cxnSpLocks/>
            <a:stCxn id="34" idx="6"/>
            <a:endCxn id="73" idx="2"/>
          </p:cNvCxnSpPr>
          <p:nvPr/>
        </p:nvCxnSpPr>
        <p:spPr>
          <a:xfrm flipV="1">
            <a:off x="9631305" y="4186750"/>
            <a:ext cx="636423" cy="9712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AD93E0C0-1A4F-39A8-1407-3F57B6130CD0}"/>
              </a:ext>
            </a:extLst>
          </p:cNvPr>
          <p:cNvCxnSpPr>
            <a:cxnSpLocks/>
            <a:stCxn id="34" idx="6"/>
            <a:endCxn id="76" idx="1"/>
          </p:cNvCxnSpPr>
          <p:nvPr/>
        </p:nvCxnSpPr>
        <p:spPr>
          <a:xfrm>
            <a:off x="9631305" y="4283879"/>
            <a:ext cx="1206447" cy="46648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e 62">
            <a:extLst>
              <a:ext uri="{FF2B5EF4-FFF2-40B4-BE49-F238E27FC236}">
                <a16:creationId xmlns:a16="http://schemas.microsoft.com/office/drawing/2014/main" id="{93081C29-E804-652E-0C54-BADFE1035609}"/>
              </a:ext>
            </a:extLst>
          </p:cNvPr>
          <p:cNvSpPr/>
          <p:nvPr/>
        </p:nvSpPr>
        <p:spPr>
          <a:xfrm>
            <a:off x="10994157" y="1100872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3|1</a:t>
            </a:r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2FF06E96-A5E1-5267-86B1-4CA42F900B27}"/>
              </a:ext>
            </a:extLst>
          </p:cNvPr>
          <p:cNvSpPr/>
          <p:nvPr/>
        </p:nvSpPr>
        <p:spPr>
          <a:xfrm>
            <a:off x="10272031" y="178980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3)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3|2</a:t>
            </a:r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C4B233DF-433B-1D7C-0623-90640FD41AC0}"/>
              </a:ext>
            </a:extLst>
          </p:cNvPr>
          <p:cNvSpPr/>
          <p:nvPr/>
        </p:nvSpPr>
        <p:spPr>
          <a:xfrm>
            <a:off x="10267728" y="377527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9|0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69C7151D-6C4C-8505-4622-1DA39CC65DD2}"/>
              </a:ext>
            </a:extLst>
          </p:cNvPr>
          <p:cNvSpPr/>
          <p:nvPr/>
        </p:nvSpPr>
        <p:spPr>
          <a:xfrm>
            <a:off x="10717232" y="4629843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4)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9|3</a:t>
            </a:r>
          </a:p>
        </p:txBody>
      </p: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2C72A5CD-4CE4-37B6-8765-F54A2E071951}"/>
              </a:ext>
            </a:extLst>
          </p:cNvPr>
          <p:cNvCxnSpPr>
            <a:cxnSpLocks/>
            <a:stCxn id="61" idx="2"/>
            <a:endCxn id="6" idx="6"/>
          </p:cNvCxnSpPr>
          <p:nvPr/>
        </p:nvCxnSpPr>
        <p:spPr>
          <a:xfrm flipH="1">
            <a:off x="8803665" y="1178288"/>
            <a:ext cx="13216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A292E6A0-53FB-7A65-3A35-8DA07C3A7E80}"/>
              </a:ext>
            </a:extLst>
          </p:cNvPr>
          <p:cNvSpPr txBox="1"/>
          <p:nvPr/>
        </p:nvSpPr>
        <p:spPr>
          <a:xfrm>
            <a:off x="10104022" y="1333320"/>
            <a:ext cx="65" cy="164148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E84A9B58-83A6-D97D-DC88-A18CF2E9F212}"/>
              </a:ext>
            </a:extLst>
          </p:cNvPr>
          <p:cNvSpPr txBox="1"/>
          <p:nvPr/>
        </p:nvSpPr>
        <p:spPr>
          <a:xfrm>
            <a:off x="9965048" y="1308075"/>
            <a:ext cx="160300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691FD15A-1D8F-9BA3-8532-39D71BCC2430}"/>
              </a:ext>
            </a:extLst>
          </p:cNvPr>
          <p:cNvCxnSpPr>
            <a:cxnSpLocks/>
            <a:stCxn id="32" idx="6"/>
            <a:endCxn id="63" idx="2"/>
          </p:cNvCxnSpPr>
          <p:nvPr/>
        </p:nvCxnSpPr>
        <p:spPr>
          <a:xfrm flipV="1">
            <a:off x="9631305" y="1512352"/>
            <a:ext cx="1362852" cy="71411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27128FA9-8422-FD2E-13DD-F31CF2F24854}"/>
              </a:ext>
            </a:extLst>
          </p:cNvPr>
          <p:cNvSpPr txBox="1"/>
          <p:nvPr/>
        </p:nvSpPr>
        <p:spPr>
          <a:xfrm rot="18492814">
            <a:off x="9564527" y="4025135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510BCBC8-C033-8097-B3AD-E116FAA729A0}"/>
              </a:ext>
            </a:extLst>
          </p:cNvPr>
          <p:cNvSpPr txBox="1"/>
          <p:nvPr/>
        </p:nvSpPr>
        <p:spPr>
          <a:xfrm rot="18492814">
            <a:off x="9564527" y="1842508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E2450BCA-CB03-36DD-F4B9-FBBB2C61790B}"/>
              </a:ext>
            </a:extLst>
          </p:cNvPr>
          <p:cNvCxnSpPr>
            <a:cxnSpLocks/>
            <a:stCxn id="32" idx="6"/>
            <a:endCxn id="61" idx="3"/>
          </p:cNvCxnSpPr>
          <p:nvPr/>
        </p:nvCxnSpPr>
        <p:spPr>
          <a:xfrm flipV="1">
            <a:off x="9631305" y="1469248"/>
            <a:ext cx="614563" cy="75721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B29E7AEC-D8C1-AB4A-62F9-66A8623DB426}"/>
              </a:ext>
            </a:extLst>
          </p:cNvPr>
          <p:cNvCxnSpPr>
            <a:cxnSpLocks/>
            <a:stCxn id="61" idx="6"/>
            <a:endCxn id="63" idx="1"/>
          </p:cNvCxnSpPr>
          <p:nvPr/>
        </p:nvCxnSpPr>
        <p:spPr>
          <a:xfrm>
            <a:off x="10948308" y="1178288"/>
            <a:ext cx="166369" cy="4310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89A0FDCE-351B-F9D8-2969-E2B0EE1915AD}"/>
              </a:ext>
            </a:extLst>
          </p:cNvPr>
          <p:cNvCxnSpPr>
            <a:cxnSpLocks/>
            <a:stCxn id="63" idx="3"/>
            <a:endCxn id="64" idx="7"/>
          </p:cNvCxnSpPr>
          <p:nvPr/>
        </p:nvCxnSpPr>
        <p:spPr>
          <a:xfrm flipH="1">
            <a:off x="10974471" y="1803312"/>
            <a:ext cx="140206" cy="10700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E1B76DC4-4698-4E7A-425E-B1ECF930B3C2}"/>
              </a:ext>
            </a:extLst>
          </p:cNvPr>
          <p:cNvSpPr txBox="1"/>
          <p:nvPr/>
        </p:nvSpPr>
        <p:spPr>
          <a:xfrm rot="18492814">
            <a:off x="10903424" y="651218"/>
            <a:ext cx="730970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Preceeds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ECD3773-DD63-8DD9-6CC6-3007F1031BF1}"/>
              </a:ext>
            </a:extLst>
          </p:cNvPr>
          <p:cNvSpPr txBox="1"/>
          <p:nvPr/>
        </p:nvSpPr>
        <p:spPr>
          <a:xfrm rot="618376">
            <a:off x="11153388" y="1996629"/>
            <a:ext cx="730970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Preceeds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572CEF66-7331-DEE2-CF04-D50B781E2CEB}"/>
              </a:ext>
            </a:extLst>
          </p:cNvPr>
          <p:cNvCxnSpPr>
            <a:cxnSpLocks/>
            <a:stCxn id="73" idx="5"/>
            <a:endCxn id="76" idx="0"/>
          </p:cNvCxnSpPr>
          <p:nvPr/>
        </p:nvCxnSpPr>
        <p:spPr>
          <a:xfrm>
            <a:off x="10970168" y="4477710"/>
            <a:ext cx="158544" cy="15213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0FDA9B39-755F-E6DA-6BC6-C326D78703D6}"/>
              </a:ext>
            </a:extLst>
          </p:cNvPr>
          <p:cNvSpPr txBox="1"/>
          <p:nvPr/>
        </p:nvSpPr>
        <p:spPr>
          <a:xfrm rot="618376">
            <a:off x="11130807" y="4345460"/>
            <a:ext cx="730970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Preceeds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51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D909-7FFD-2D6E-496A-1E244BE48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08018B-79E8-7E14-B4AB-134A6187F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8427939" cy="4351338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In </a:t>
            </a:r>
            <a:r>
              <a:rPr lang="it-IT" dirty="0" err="1"/>
              <a:t>STGraph</a:t>
            </a:r>
            <a:r>
              <a:rPr lang="it-IT" dirty="0"/>
              <a:t> posso referenziare i singoli </a:t>
            </a:r>
            <a:br>
              <a:rPr lang="it-IT" dirty="0"/>
            </a:br>
            <a:r>
              <a:rPr lang="it-IT" dirty="0" err="1"/>
              <a:t>measurement</a:t>
            </a:r>
            <a:endParaRPr lang="it-IT" dirty="0"/>
          </a:p>
          <a:p>
            <a:r>
              <a:rPr lang="it-IT" dirty="0"/>
              <a:t>… ma tramite query writing posso anche</a:t>
            </a:r>
            <a:br>
              <a:rPr lang="it-IT" dirty="0"/>
            </a:br>
            <a:r>
              <a:rPr lang="it-IT" dirty="0"/>
              <a:t>referenziare delle TS, cosa ci può interessare</a:t>
            </a:r>
            <a:br>
              <a:rPr lang="it-IT" dirty="0"/>
            </a:br>
            <a:r>
              <a:rPr lang="it-IT" dirty="0"/>
              <a:t>supportare del loro approccio overlay </a:t>
            </a:r>
            <a:br>
              <a:rPr lang="it-IT" dirty="0"/>
            </a:br>
            <a:endParaRPr lang="it-IT" dirty="0"/>
          </a:p>
          <a:p>
            <a:pPr lvl="1"/>
            <a:r>
              <a:rPr lang="it-IT" dirty="0"/>
              <a:t>Se so che il flag </a:t>
            </a:r>
            <a:r>
              <a:rPr lang="it-IT" dirty="0" err="1"/>
              <a:t>IsTs</a:t>
            </a:r>
            <a:r>
              <a:rPr lang="it-IT" dirty="0"/>
              <a:t> di un </a:t>
            </a:r>
            <a:r>
              <a:rPr lang="en-US" dirty="0"/>
              <a:t>GS node = true, se </a:t>
            </a:r>
            <a:br>
              <a:rPr lang="en-US" dirty="0"/>
            </a:br>
            <a:r>
              <a:rPr lang="en-US" dirty="0" err="1"/>
              <a:t>esprimo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UDF (e.g., per fare un join)</a:t>
            </a:r>
            <a:br>
              <a:rPr lang="en-US" dirty="0"/>
            </a:b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quel</a:t>
            </a:r>
            <a:r>
              <a:rPr lang="en-US" dirty="0"/>
              <a:t> </a:t>
            </a:r>
            <a:r>
              <a:rPr lang="en-US" dirty="0" err="1"/>
              <a:t>nodo</a:t>
            </a:r>
            <a:r>
              <a:rPr lang="en-US" dirty="0"/>
              <a:t>, </a:t>
            </a:r>
            <a:r>
              <a:rPr lang="en-US" dirty="0" err="1"/>
              <a:t>tramite</a:t>
            </a:r>
            <a:r>
              <a:rPr lang="en-US" dirty="0"/>
              <a:t> query rewriting </a:t>
            </a:r>
            <a:r>
              <a:rPr lang="en-US" dirty="0" err="1"/>
              <a:t>posso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fare join </a:t>
            </a:r>
            <a:r>
              <a:rPr lang="en-US" dirty="0" err="1"/>
              <a:t>su</a:t>
            </a:r>
            <a:r>
              <a:rPr lang="en-US" dirty="0"/>
              <a:t> tutti </a:t>
            </a:r>
            <a:r>
              <a:rPr lang="en-US" dirty="0" err="1"/>
              <a:t>i</a:t>
            </a:r>
            <a:r>
              <a:rPr lang="en-US" dirty="0"/>
              <a:t> measurement</a:t>
            </a:r>
            <a:br>
              <a:rPr lang="en-US" dirty="0"/>
            </a:b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match</a:t>
            </a:r>
            <a:r>
              <a:rPr lang="en-US" dirty="0"/>
              <a:t> (t1: Temperature), (t2: Temperature)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where</a:t>
            </a:r>
            <a:r>
              <a:rPr lang="en-US" dirty="0"/>
              <a:t> UDF_SIM(t1, t2) &gt; 0.8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return</a:t>
            </a:r>
            <a:r>
              <a:rPr lang="en-US" dirty="0"/>
              <a:t> t1, t2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--&gt; select * from TS_t1 join TS_t2 on (…)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HyGRAPH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match</a:t>
            </a:r>
            <a:r>
              <a:rPr lang="en-US" dirty="0"/>
              <a:t> (t1: Temperature), (t2: Temperature)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where</a:t>
            </a:r>
            <a:r>
              <a:rPr lang="en-US" dirty="0"/>
              <a:t> UDF_SIM(t1</a:t>
            </a:r>
            <a:r>
              <a:rPr lang="en-US" dirty="0">
                <a:solidFill>
                  <a:srgbClr val="FF0000"/>
                </a:solidFill>
              </a:rPr>
              <a:t>.ts</a:t>
            </a:r>
            <a:r>
              <a:rPr lang="en-US" dirty="0"/>
              <a:t>, t2</a:t>
            </a:r>
            <a:r>
              <a:rPr lang="en-US" dirty="0">
                <a:solidFill>
                  <a:srgbClr val="FF0000"/>
                </a:solidFill>
              </a:rPr>
              <a:t>.ts</a:t>
            </a:r>
            <a:r>
              <a:rPr lang="en-US" dirty="0"/>
              <a:t>) &gt; 0.8</a:t>
            </a:r>
            <a:br>
              <a:rPr lang="en-US" dirty="0"/>
            </a:br>
            <a:r>
              <a:rPr lang="en-US" dirty="0">
                <a:solidFill>
                  <a:srgbClr val="A02B93"/>
                </a:solidFill>
              </a:rPr>
              <a:t>return</a:t>
            </a:r>
            <a:r>
              <a:rPr lang="en-US" dirty="0"/>
              <a:t> t1, t2</a:t>
            </a:r>
            <a:endParaRPr lang="it-IT" dirty="0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A60A1DB7-9EB1-80A3-3282-12EE7526861B}"/>
              </a:ext>
            </a:extLst>
          </p:cNvPr>
          <p:cNvSpPr/>
          <p:nvPr/>
        </p:nvSpPr>
        <p:spPr>
          <a:xfrm>
            <a:off x="10125348" y="766808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3|0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2C09AB8B-2155-75C6-679B-8763EE0894C0}"/>
              </a:ext>
            </a:extLst>
          </p:cNvPr>
          <p:cNvSpPr/>
          <p:nvPr/>
        </p:nvSpPr>
        <p:spPr>
          <a:xfrm>
            <a:off x="9909556" y="678415"/>
            <a:ext cx="2182721" cy="485051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pPr algn="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64CF2F99-EA02-EF0D-2D35-22A74250D8A7}"/>
              </a:ext>
            </a:extLst>
          </p:cNvPr>
          <p:cNvSpPr/>
          <p:nvPr/>
        </p:nvSpPr>
        <p:spPr>
          <a:xfrm>
            <a:off x="7012502" y="678415"/>
            <a:ext cx="2828820" cy="4850518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t"/>
          <a:lstStyle/>
          <a:p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E663B9C6-752D-6B71-0841-75761D4218FA}"/>
              </a:ext>
            </a:extLst>
          </p:cNvPr>
          <p:cNvSpPr/>
          <p:nvPr/>
        </p:nvSpPr>
        <p:spPr>
          <a:xfrm>
            <a:off x="7980705" y="766808"/>
            <a:ext cx="822960" cy="822960"/>
          </a:xfrm>
          <a:prstGeom prst="ellipse">
            <a:avLst/>
          </a:prstGeom>
          <a:solidFill>
            <a:srgbClr val="A02B93">
              <a:alpha val="40000"/>
            </a:srgbClr>
          </a:solidFill>
          <a:ln w="1270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91A1A623-B4FF-D020-E365-14504AA041D6}"/>
              </a:ext>
            </a:extLst>
          </p:cNvPr>
          <p:cNvSpPr/>
          <p:nvPr/>
        </p:nvSpPr>
        <p:spPr>
          <a:xfrm>
            <a:off x="7132573" y="1814985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DC211632-40F9-0911-8DE5-0EEC8B011E6A}"/>
              </a:ext>
            </a:extLst>
          </p:cNvPr>
          <p:cNvSpPr/>
          <p:nvPr/>
        </p:nvSpPr>
        <p:spPr>
          <a:xfrm>
            <a:off x="7132573" y="3325285"/>
            <a:ext cx="822960" cy="822960"/>
          </a:xfrm>
          <a:prstGeom prst="ellipse">
            <a:avLst/>
          </a:prstGeom>
          <a:solidFill>
            <a:srgbClr val="156082">
              <a:alpha val="40000"/>
            </a:srgb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57E99B79-7FA9-3CFD-9307-FDDFEB9A1592}"/>
              </a:ext>
            </a:extLst>
          </p:cNvPr>
          <p:cNvCxnSpPr>
            <a:cxnSpLocks/>
            <a:stCxn id="6" idx="3"/>
            <a:endCxn id="10" idx="0"/>
          </p:cNvCxnSpPr>
          <p:nvPr/>
        </p:nvCxnSpPr>
        <p:spPr>
          <a:xfrm flipH="1">
            <a:off x="7544053" y="1469248"/>
            <a:ext cx="557172" cy="3457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e 31">
            <a:extLst>
              <a:ext uri="{FF2B5EF4-FFF2-40B4-BE49-F238E27FC236}">
                <a16:creationId xmlns:a16="http://schemas.microsoft.com/office/drawing/2014/main" id="{593A0B05-FA5E-15BC-EF4B-7600DE200A91}"/>
              </a:ext>
            </a:extLst>
          </p:cNvPr>
          <p:cNvSpPr/>
          <p:nvPr/>
        </p:nvSpPr>
        <p:spPr>
          <a:xfrm>
            <a:off x="8808345" y="1814985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C5727624-3591-E026-91B0-2A3CED883ADB}"/>
              </a:ext>
            </a:extLst>
          </p:cNvPr>
          <p:cNvSpPr/>
          <p:nvPr/>
        </p:nvSpPr>
        <p:spPr>
          <a:xfrm>
            <a:off x="8808345" y="2843692"/>
            <a:ext cx="822960" cy="822960"/>
          </a:xfrm>
          <a:prstGeom prst="ellipse">
            <a:avLst/>
          </a:prstGeom>
          <a:solidFill>
            <a:schemeClr val="accent4">
              <a:alpha val="40000"/>
            </a:schemeClr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B40C3ED7-5DC0-42A5-06D9-59C612D2C917}"/>
              </a:ext>
            </a:extLst>
          </p:cNvPr>
          <p:cNvSpPr/>
          <p:nvPr/>
        </p:nvSpPr>
        <p:spPr>
          <a:xfrm>
            <a:off x="8808345" y="3872399"/>
            <a:ext cx="822960" cy="822960"/>
          </a:xfrm>
          <a:prstGeom prst="ellipse">
            <a:avLst/>
          </a:prstGeom>
          <a:solidFill>
            <a:srgbClr val="E97132">
              <a:alpha val="40000"/>
            </a:srgbClr>
          </a:solidFill>
          <a:ln w="12700"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57A0AD1A-E49B-21CE-0353-56CBC549703C}"/>
              </a:ext>
            </a:extLst>
          </p:cNvPr>
          <p:cNvCxnSpPr>
            <a:cxnSpLocks/>
            <a:stCxn id="10" idx="6"/>
            <a:endCxn id="32" idx="2"/>
          </p:cNvCxnSpPr>
          <p:nvPr/>
        </p:nvCxnSpPr>
        <p:spPr>
          <a:xfrm>
            <a:off x="7955533" y="2226465"/>
            <a:ext cx="852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>
            <a:extLst>
              <a:ext uri="{FF2B5EF4-FFF2-40B4-BE49-F238E27FC236}">
                <a16:creationId xmlns:a16="http://schemas.microsoft.com/office/drawing/2014/main" id="{9616F436-8230-CB68-6552-73902C387322}"/>
              </a:ext>
            </a:extLst>
          </p:cNvPr>
          <p:cNvCxnSpPr>
            <a:cxnSpLocks/>
            <a:stCxn id="10" idx="6"/>
            <a:endCxn id="33" idx="2"/>
          </p:cNvCxnSpPr>
          <p:nvPr/>
        </p:nvCxnSpPr>
        <p:spPr>
          <a:xfrm>
            <a:off x="7955533" y="2226465"/>
            <a:ext cx="852812" cy="102870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A619E6FC-91ED-D4B6-E791-7B15C79A2A9F}"/>
              </a:ext>
            </a:extLst>
          </p:cNvPr>
          <p:cNvCxnSpPr>
            <a:cxnSpLocks/>
            <a:stCxn id="11" idx="6"/>
            <a:endCxn id="34" idx="2"/>
          </p:cNvCxnSpPr>
          <p:nvPr/>
        </p:nvCxnSpPr>
        <p:spPr>
          <a:xfrm>
            <a:off x="7955533" y="3736765"/>
            <a:ext cx="852812" cy="5471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83631997-BC9B-5EB6-D50A-66C2F6A6F943}"/>
              </a:ext>
            </a:extLst>
          </p:cNvPr>
          <p:cNvCxnSpPr>
            <a:cxnSpLocks/>
            <a:stCxn id="32" idx="6"/>
            <a:endCxn id="64" idx="2"/>
          </p:cNvCxnSpPr>
          <p:nvPr/>
        </p:nvCxnSpPr>
        <p:spPr>
          <a:xfrm flipV="1">
            <a:off x="9631305" y="2201280"/>
            <a:ext cx="640726" cy="2518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D81D273D-51BB-BF4B-5144-5C678717CF88}"/>
              </a:ext>
            </a:extLst>
          </p:cNvPr>
          <p:cNvSpPr txBox="1"/>
          <p:nvPr/>
        </p:nvSpPr>
        <p:spPr>
          <a:xfrm>
            <a:off x="8122664" y="1939931"/>
            <a:ext cx="572273" cy="492443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065EF73F-9A33-1EC7-6A73-B98457CFBEB3}"/>
              </a:ext>
            </a:extLst>
          </p:cNvPr>
          <p:cNvSpPr txBox="1"/>
          <p:nvPr/>
        </p:nvSpPr>
        <p:spPr>
          <a:xfrm>
            <a:off x="8122664" y="2583028"/>
            <a:ext cx="572273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F1E23FDE-689A-5675-9680-ACBE51D2AACF}"/>
              </a:ext>
            </a:extLst>
          </p:cNvPr>
          <p:cNvSpPr txBox="1"/>
          <p:nvPr/>
        </p:nvSpPr>
        <p:spPr>
          <a:xfrm>
            <a:off x="8122664" y="3876614"/>
            <a:ext cx="572273" cy="246221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[0, </a:t>
            </a:r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</a:t>
            </a:r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0B220F74-5D82-FA81-97F9-E6E8C2FA68CC}"/>
              </a:ext>
            </a:extLst>
          </p:cNvPr>
          <p:cNvSpPr txBox="1"/>
          <p:nvPr/>
        </p:nvSpPr>
        <p:spPr>
          <a:xfrm>
            <a:off x="9213358" y="909431"/>
            <a:ext cx="445635" cy="492443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>
            <a:defPPr>
              <a:defRPr lang="en-US"/>
            </a:defPPr>
            <a:lvl1pPr algn="ctr"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it-IT" dirty="0"/>
              <a:t>[0, 1)</a:t>
            </a:r>
          </a:p>
          <a:p>
            <a:r>
              <a:rPr lang="it-IT" dirty="0"/>
              <a:t>e</a:t>
            </a:r>
            <a:r>
              <a:rPr lang="it-IT" baseline="-25000" dirty="0"/>
              <a:t>4</a:t>
            </a:r>
            <a:endParaRPr lang="en-US" baseline="-25000" dirty="0"/>
          </a:p>
        </p:txBody>
      </p:sp>
      <p:cxnSp>
        <p:nvCxnSpPr>
          <p:cNvPr id="74" name="Connettore 2 73">
            <a:extLst>
              <a:ext uri="{FF2B5EF4-FFF2-40B4-BE49-F238E27FC236}">
                <a16:creationId xmlns:a16="http://schemas.microsoft.com/office/drawing/2014/main" id="{EB5ACD14-F419-B745-A250-5C524651DCC0}"/>
              </a:ext>
            </a:extLst>
          </p:cNvPr>
          <p:cNvCxnSpPr>
            <a:cxnSpLocks/>
            <a:stCxn id="34" idx="6"/>
            <a:endCxn id="73" idx="2"/>
          </p:cNvCxnSpPr>
          <p:nvPr/>
        </p:nvCxnSpPr>
        <p:spPr>
          <a:xfrm flipV="1">
            <a:off x="9631305" y="4186750"/>
            <a:ext cx="636423" cy="9712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ttore 2 74">
            <a:extLst>
              <a:ext uri="{FF2B5EF4-FFF2-40B4-BE49-F238E27FC236}">
                <a16:creationId xmlns:a16="http://schemas.microsoft.com/office/drawing/2014/main" id="{FCD297C8-99C1-C76A-CFD5-8A2301E67C86}"/>
              </a:ext>
            </a:extLst>
          </p:cNvPr>
          <p:cNvCxnSpPr>
            <a:cxnSpLocks/>
            <a:stCxn id="34" idx="6"/>
            <a:endCxn id="76" idx="1"/>
          </p:cNvCxnSpPr>
          <p:nvPr/>
        </p:nvCxnSpPr>
        <p:spPr>
          <a:xfrm>
            <a:off x="9631305" y="4283879"/>
            <a:ext cx="1206447" cy="46648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70C2F9E6-38AE-B904-0B5F-B943B994B5D8}"/>
              </a:ext>
            </a:extLst>
          </p:cNvPr>
          <p:cNvCxnSpPr>
            <a:cxnSpLocks/>
            <a:stCxn id="33" idx="6"/>
            <a:endCxn id="66" idx="2"/>
          </p:cNvCxnSpPr>
          <p:nvPr/>
        </p:nvCxnSpPr>
        <p:spPr>
          <a:xfrm flipV="1">
            <a:off x="9631305" y="2573525"/>
            <a:ext cx="1554018" cy="68164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7027CD76-EEB2-49D2-42AE-E6C7CD891B62}"/>
              </a:ext>
            </a:extLst>
          </p:cNvPr>
          <p:cNvCxnSpPr>
            <a:cxnSpLocks/>
            <a:stCxn id="33" idx="6"/>
            <a:endCxn id="67" idx="2"/>
          </p:cNvCxnSpPr>
          <p:nvPr/>
        </p:nvCxnSpPr>
        <p:spPr>
          <a:xfrm flipV="1">
            <a:off x="9631305" y="3204787"/>
            <a:ext cx="785200" cy="5038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93E63446-CFD6-66B2-D471-3FB44C42E5D3}"/>
              </a:ext>
            </a:extLst>
          </p:cNvPr>
          <p:cNvCxnSpPr>
            <a:cxnSpLocks/>
            <a:stCxn id="33" idx="6"/>
            <a:endCxn id="71" idx="2"/>
          </p:cNvCxnSpPr>
          <p:nvPr/>
        </p:nvCxnSpPr>
        <p:spPr>
          <a:xfrm>
            <a:off x="9631305" y="3255172"/>
            <a:ext cx="1463686" cy="53312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e 62">
            <a:extLst>
              <a:ext uri="{FF2B5EF4-FFF2-40B4-BE49-F238E27FC236}">
                <a16:creationId xmlns:a16="http://schemas.microsoft.com/office/drawing/2014/main" id="{FC576206-9F13-8CDA-E5ED-0A9516D7300E}"/>
              </a:ext>
            </a:extLst>
          </p:cNvPr>
          <p:cNvSpPr/>
          <p:nvPr/>
        </p:nvSpPr>
        <p:spPr>
          <a:xfrm>
            <a:off x="10994157" y="1100872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3|1</a:t>
            </a:r>
          </a:p>
        </p:txBody>
      </p:sp>
      <p:sp>
        <p:nvSpPr>
          <p:cNvPr id="64" name="Ovale 63">
            <a:extLst>
              <a:ext uri="{FF2B5EF4-FFF2-40B4-BE49-F238E27FC236}">
                <a16:creationId xmlns:a16="http://schemas.microsoft.com/office/drawing/2014/main" id="{3241F005-CA9E-922F-1006-42180B346B2F}"/>
              </a:ext>
            </a:extLst>
          </p:cNvPr>
          <p:cNvSpPr/>
          <p:nvPr/>
        </p:nvSpPr>
        <p:spPr>
          <a:xfrm>
            <a:off x="10272031" y="178980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3)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3|2</a:t>
            </a:r>
          </a:p>
        </p:txBody>
      </p:sp>
      <p:sp>
        <p:nvSpPr>
          <p:cNvPr id="66" name="Ovale 65">
            <a:extLst>
              <a:ext uri="{FF2B5EF4-FFF2-40B4-BE49-F238E27FC236}">
                <a16:creationId xmlns:a16="http://schemas.microsoft.com/office/drawing/2014/main" id="{10618654-34D4-E82A-5798-650C94B97039}"/>
              </a:ext>
            </a:extLst>
          </p:cNvPr>
          <p:cNvSpPr/>
          <p:nvPr/>
        </p:nvSpPr>
        <p:spPr>
          <a:xfrm>
            <a:off x="11185323" y="2162045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8|0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2393396-6212-14A7-014D-37149F0F0481}"/>
              </a:ext>
            </a:extLst>
          </p:cNvPr>
          <p:cNvSpPr/>
          <p:nvPr/>
        </p:nvSpPr>
        <p:spPr>
          <a:xfrm>
            <a:off x="10416505" y="2793307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[1, 2)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8|1</a:t>
            </a:r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99E93969-C37D-706C-7F90-7CC9AF6C5C8C}"/>
              </a:ext>
            </a:extLst>
          </p:cNvPr>
          <p:cNvSpPr/>
          <p:nvPr/>
        </p:nvSpPr>
        <p:spPr>
          <a:xfrm>
            <a:off x="11094991" y="337682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[2, 3)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8|2</a:t>
            </a:r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85D43C35-EA77-BA89-9D0C-DFD87BBA1D48}"/>
              </a:ext>
            </a:extLst>
          </p:cNvPr>
          <p:cNvSpPr/>
          <p:nvPr/>
        </p:nvSpPr>
        <p:spPr>
          <a:xfrm>
            <a:off x="10267728" y="3775270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[0, 1)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9|0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35FFCF58-FC4B-8EBE-2608-AF5807CCE6DF}"/>
              </a:ext>
            </a:extLst>
          </p:cNvPr>
          <p:cNvSpPr/>
          <p:nvPr/>
        </p:nvSpPr>
        <p:spPr>
          <a:xfrm>
            <a:off x="10717232" y="4629843"/>
            <a:ext cx="822960" cy="822960"/>
          </a:xfrm>
          <a:prstGeom prst="ellipse">
            <a:avLst/>
          </a:prstGeom>
          <a:solidFill>
            <a:schemeClr val="accent5">
              <a:lumMod val="50000"/>
              <a:alpha val="40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[3, 4)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</a:t>
            </a:r>
            <a:endParaRPr lang="it-IT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it-IT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it-IT" sz="16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9|3</a:t>
            </a:r>
          </a:p>
        </p:txBody>
      </p:sp>
      <p:cxnSp>
        <p:nvCxnSpPr>
          <p:cNvPr id="85" name="Connettore 2 84">
            <a:extLst>
              <a:ext uri="{FF2B5EF4-FFF2-40B4-BE49-F238E27FC236}">
                <a16:creationId xmlns:a16="http://schemas.microsoft.com/office/drawing/2014/main" id="{3CA3BA88-1667-A3D7-D7EC-D4DE1571E1FC}"/>
              </a:ext>
            </a:extLst>
          </p:cNvPr>
          <p:cNvCxnSpPr>
            <a:cxnSpLocks/>
            <a:stCxn id="61" idx="2"/>
            <a:endCxn id="6" idx="6"/>
          </p:cNvCxnSpPr>
          <p:nvPr/>
        </p:nvCxnSpPr>
        <p:spPr>
          <a:xfrm flipH="1">
            <a:off x="8803665" y="1178288"/>
            <a:ext cx="13216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CasellaDiTesto 113">
            <a:extLst>
              <a:ext uri="{FF2B5EF4-FFF2-40B4-BE49-F238E27FC236}">
                <a16:creationId xmlns:a16="http://schemas.microsoft.com/office/drawing/2014/main" id="{2C7B5F9E-DEDA-88DB-CEEC-476192EC1BDA}"/>
              </a:ext>
            </a:extLst>
          </p:cNvPr>
          <p:cNvSpPr txBox="1"/>
          <p:nvPr/>
        </p:nvSpPr>
        <p:spPr>
          <a:xfrm>
            <a:off x="10104022" y="1333320"/>
            <a:ext cx="65" cy="164148"/>
          </a:xfrm>
          <a:prstGeom prst="rect">
            <a:avLst/>
          </a:prstGeom>
          <a:solidFill>
            <a:srgbClr val="FFFFFF">
              <a:alpha val="50196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endParaRPr lang="en-US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D1978909-5A09-A557-0009-535157EA7D7D}"/>
              </a:ext>
            </a:extLst>
          </p:cNvPr>
          <p:cNvSpPr txBox="1"/>
          <p:nvPr/>
        </p:nvSpPr>
        <p:spPr>
          <a:xfrm>
            <a:off x="9965048" y="1308075"/>
            <a:ext cx="160300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it-IT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2" name="Connettore 2 61">
            <a:extLst>
              <a:ext uri="{FF2B5EF4-FFF2-40B4-BE49-F238E27FC236}">
                <a16:creationId xmlns:a16="http://schemas.microsoft.com/office/drawing/2014/main" id="{E1F78F81-4AF7-59F9-0B65-5573A494E132}"/>
              </a:ext>
            </a:extLst>
          </p:cNvPr>
          <p:cNvCxnSpPr>
            <a:cxnSpLocks/>
            <a:stCxn id="32" idx="6"/>
            <a:endCxn id="63" idx="2"/>
          </p:cNvCxnSpPr>
          <p:nvPr/>
        </p:nvCxnSpPr>
        <p:spPr>
          <a:xfrm flipV="1">
            <a:off x="9631305" y="1512352"/>
            <a:ext cx="1362852" cy="71411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117BADEA-A60C-A3C3-6229-EBD5FF3C28FB}"/>
              </a:ext>
            </a:extLst>
          </p:cNvPr>
          <p:cNvSpPr txBox="1"/>
          <p:nvPr/>
        </p:nvSpPr>
        <p:spPr>
          <a:xfrm rot="18492814">
            <a:off x="9564527" y="3024638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84CE4AB9-7793-7249-1B6C-38DE50088CFB}"/>
              </a:ext>
            </a:extLst>
          </p:cNvPr>
          <p:cNvSpPr txBox="1"/>
          <p:nvPr/>
        </p:nvSpPr>
        <p:spPr>
          <a:xfrm rot="18492814">
            <a:off x="9564527" y="4025135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16C99DD7-0550-1062-AC2E-088271E87E15}"/>
              </a:ext>
            </a:extLst>
          </p:cNvPr>
          <p:cNvSpPr txBox="1"/>
          <p:nvPr/>
        </p:nvSpPr>
        <p:spPr>
          <a:xfrm rot="18492814">
            <a:off x="9564527" y="1842508"/>
            <a:ext cx="798295" cy="24622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HasEvent</a:t>
            </a:r>
            <a:endParaRPr lang="it-IT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A8144738-E565-A2B0-CB44-80BC3D582B9F}"/>
              </a:ext>
            </a:extLst>
          </p:cNvPr>
          <p:cNvCxnSpPr>
            <a:cxnSpLocks/>
            <a:stCxn id="32" idx="6"/>
            <a:endCxn id="61" idx="3"/>
          </p:cNvCxnSpPr>
          <p:nvPr/>
        </p:nvCxnSpPr>
        <p:spPr>
          <a:xfrm flipV="1">
            <a:off x="9631305" y="1469248"/>
            <a:ext cx="614563" cy="75721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08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7A5C506-54B5-402A-9778-05FD2A38E02A}"/>
              </a:ext>
            </a:extLst>
          </p:cNvPr>
          <p:cNvSpPr/>
          <p:nvPr/>
        </p:nvSpPr>
        <p:spPr>
          <a:xfrm>
            <a:off x="830473" y="2740501"/>
            <a:ext cx="5088836" cy="6587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it-IT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endParaRPr lang="it-IT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D7E7BEF-B23B-4793-A497-DF61668BCF0D}"/>
              </a:ext>
            </a:extLst>
          </p:cNvPr>
          <p:cNvSpPr/>
          <p:nvPr/>
        </p:nvSpPr>
        <p:spPr>
          <a:xfrm>
            <a:off x="1340683" y="1413566"/>
            <a:ext cx="4068417" cy="675338"/>
          </a:xfrm>
          <a:prstGeom prst="rect">
            <a:avLst/>
          </a:prstGeom>
          <a:solidFill>
            <a:srgbClr val="F4F4F4"/>
          </a:solidFill>
          <a:ln w="9525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it-IT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endParaRPr lang="it-IT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56F7DD92-7A36-43A2-AD9D-43B4C37E9F2C}"/>
                  </a:ext>
                </a:extLst>
              </p:cNvPr>
              <p:cNvSpPr/>
              <p:nvPr/>
            </p:nvSpPr>
            <p:spPr>
              <a:xfrm>
                <a:off x="1455976" y="1656124"/>
                <a:ext cx="1901241" cy="33611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56F7DD92-7A36-43A2-AD9D-43B4C37E9F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5976" y="1656124"/>
                <a:ext cx="1901241" cy="3361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F85F1852-344B-4D69-BF0E-4A1E25B38E63}"/>
                  </a:ext>
                </a:extLst>
              </p:cNvPr>
              <p:cNvSpPr/>
              <p:nvPr/>
            </p:nvSpPr>
            <p:spPr>
              <a:xfrm>
                <a:off x="3737559" y="1658332"/>
                <a:ext cx="1576564" cy="33611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𝐷𝑒𝑣𝑖𝑐𝑒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01"</m:t>
                          </m:r>
                        </m:sub>
                      </m:sSub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F85F1852-344B-4D69-BF0E-4A1E25B38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559" y="1658332"/>
                <a:ext cx="1576564" cy="3361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D85A0263-41C7-45A6-9445-03262FFA2920}"/>
                  </a:ext>
                </a:extLst>
              </p:cNvPr>
              <p:cNvSpPr/>
              <p:nvPr/>
            </p:nvSpPr>
            <p:spPr>
              <a:xfrm>
                <a:off x="912639" y="2964778"/>
                <a:ext cx="1194172" cy="33611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𝑡𝑠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≥10∧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𝑦𝑠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≤20</m:t>
                          </m:r>
                        </m:sub>
                      </m:sSub>
                    </m:oMath>
                  </m:oMathPara>
                </a14:m>
                <a:endParaRPr lang="it-IT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D85A0263-41C7-45A6-9445-03262FFA29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39" y="2964778"/>
                <a:ext cx="1194172" cy="336119"/>
              </a:xfrm>
              <a:prstGeom prst="rect">
                <a:avLst/>
              </a:prstGeom>
              <a:blipFill>
                <a:blip r:embed="rId4"/>
                <a:stretch>
                  <a:fillRect l="-1005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C69B0314-D3E4-4880-8EE4-DB3762BD3FE7}"/>
                  </a:ext>
                </a:extLst>
              </p:cNvPr>
              <p:cNvSpPr/>
              <p:nvPr/>
            </p:nvSpPr>
            <p:spPr>
              <a:xfrm>
                <a:off x="2275476" y="2964778"/>
                <a:ext cx="1053102" cy="33611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𝑣𝑎𝑙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𝑡h𝑟</m:t>
                          </m:r>
                        </m:sub>
                      </m:sSub>
                    </m:oMath>
                  </m:oMathPara>
                </a14:m>
                <a:endParaRPr lang="it-IT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C69B0314-D3E4-4880-8EE4-DB3762BD3F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5476" y="2964778"/>
                <a:ext cx="1053102" cy="3361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tangolo 10">
                <a:extLst>
                  <a:ext uri="{FF2B5EF4-FFF2-40B4-BE49-F238E27FC236}">
                    <a16:creationId xmlns:a16="http://schemas.microsoft.com/office/drawing/2014/main" id="{2DE78777-719E-440F-B74C-4511AABAB6CC}"/>
                  </a:ext>
                </a:extLst>
              </p:cNvPr>
              <p:cNvSpPr/>
              <p:nvPr/>
            </p:nvSpPr>
            <p:spPr>
              <a:xfrm>
                <a:off x="2963411" y="2242221"/>
                <a:ext cx="822960" cy="33611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it-IT" sz="1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sz="1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ttangolo 10">
                <a:extLst>
                  <a:ext uri="{FF2B5EF4-FFF2-40B4-BE49-F238E27FC236}">
                    <a16:creationId xmlns:a16="http://schemas.microsoft.com/office/drawing/2014/main" id="{2DE78777-719E-440F-B74C-4511AABAB6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411" y="2242221"/>
                <a:ext cx="822960" cy="3361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3183679B-28C4-4517-A5B4-9F04C1B5511B}"/>
                  </a:ext>
                </a:extLst>
              </p:cNvPr>
              <p:cNvSpPr/>
              <p:nvPr/>
            </p:nvSpPr>
            <p:spPr>
              <a:xfrm>
                <a:off x="3497243" y="2964778"/>
                <a:ext cx="1107536" cy="33611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it-IT" sz="1400" b="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3183679B-28C4-4517-A5B4-9F04C1B551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243" y="2964778"/>
                <a:ext cx="1107536" cy="3361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E8E451AC-1B4C-4319-95D8-0B0CBBD56133}"/>
                  </a:ext>
                </a:extLst>
              </p:cNvPr>
              <p:cNvSpPr/>
              <p:nvPr/>
            </p:nvSpPr>
            <p:spPr>
              <a:xfrm>
                <a:off x="4773444" y="2964778"/>
                <a:ext cx="1053102" cy="336119"/>
              </a:xfrm>
              <a:prstGeom prst="rect">
                <a:avLst/>
              </a:prstGeom>
              <a:solidFill>
                <a:srgbClr val="FFCFCF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𝑣𝑎𝑙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𝑙𝑖𝑚</m:t>
                          </m:r>
                        </m:sub>
                      </m:sSub>
                    </m:oMath>
                  </m:oMathPara>
                </a14:m>
                <a:endParaRPr lang="it-IT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E8E451AC-1B4C-4319-95D8-0B0CBBD561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444" y="2964778"/>
                <a:ext cx="1053102" cy="3361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966E7B20-1B4B-4572-99F4-22B0EAFACE3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357217" y="1824184"/>
            <a:ext cx="380342" cy="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F6342C0B-E62F-4BFC-8BB3-F21A688CBC58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3374891" y="2088904"/>
            <a:ext cx="1" cy="153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518276F9-EA1D-46C1-B413-CDB2832502A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106811" y="3132838"/>
            <a:ext cx="168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814BBAAE-75E0-41A9-B6A7-3E8B4543CF50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3328578" y="3132838"/>
            <a:ext cx="168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2D9EFA8B-96AC-4ACC-A5CE-8BBCB9BF87CE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4604779" y="3132838"/>
            <a:ext cx="168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534BBAD9-4F44-4800-9089-C729A4E1B702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>
            <a:off x="3374891" y="2578340"/>
            <a:ext cx="0" cy="162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9D20E1AD-9DFC-41C3-BD61-E6FF8EED5B6F}"/>
              </a:ext>
            </a:extLst>
          </p:cNvPr>
          <p:cNvSpPr/>
          <p:nvPr/>
        </p:nvSpPr>
        <p:spPr>
          <a:xfrm>
            <a:off x="4290626" y="5317028"/>
            <a:ext cx="5088836" cy="9761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it-IT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endParaRPr lang="it-IT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DD5CFC99-AD13-41F5-A81A-DA87CCA1B01E}"/>
              </a:ext>
            </a:extLst>
          </p:cNvPr>
          <p:cNvSpPr/>
          <p:nvPr/>
        </p:nvSpPr>
        <p:spPr>
          <a:xfrm>
            <a:off x="4800836" y="3981130"/>
            <a:ext cx="4068417" cy="675338"/>
          </a:xfrm>
          <a:prstGeom prst="rect">
            <a:avLst/>
          </a:prstGeom>
          <a:solidFill>
            <a:srgbClr val="F4F4F4"/>
          </a:solidFill>
          <a:ln w="9525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it-IT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endParaRPr lang="it-IT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ttangolo 21">
                <a:extLst>
                  <a:ext uri="{FF2B5EF4-FFF2-40B4-BE49-F238E27FC236}">
                    <a16:creationId xmlns:a16="http://schemas.microsoft.com/office/drawing/2014/main" id="{64B48EBE-88EF-43DA-A3E9-9378BB4B8047}"/>
                  </a:ext>
                </a:extLst>
              </p:cNvPr>
              <p:cNvSpPr/>
              <p:nvPr/>
            </p:nvSpPr>
            <p:spPr>
              <a:xfrm>
                <a:off x="4909237" y="4223688"/>
                <a:ext cx="1901241" cy="33611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Rettangolo 21">
                <a:extLst>
                  <a:ext uri="{FF2B5EF4-FFF2-40B4-BE49-F238E27FC236}">
                    <a16:creationId xmlns:a16="http://schemas.microsoft.com/office/drawing/2014/main" id="{64B48EBE-88EF-43DA-A3E9-9378BB4B80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9237" y="4223688"/>
                <a:ext cx="1901241" cy="3361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08C01754-A9F4-4D79-92A5-C70F9D677CF5}"/>
                  </a:ext>
                </a:extLst>
              </p:cNvPr>
              <p:cNvSpPr/>
              <p:nvPr/>
            </p:nvSpPr>
            <p:spPr>
              <a:xfrm>
                <a:off x="7190820" y="4225896"/>
                <a:ext cx="1576564" cy="33611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𝑛𝑎𝑚𝑒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="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𝐷𝑒𝑣𝑖𝑐𝑒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01"</m:t>
                          </m:r>
                        </m:sub>
                      </m:sSub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08C01754-A9F4-4D79-92A5-C70F9D677C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820" y="4225896"/>
                <a:ext cx="1576564" cy="3361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tangolo 23">
                <a:extLst>
                  <a:ext uri="{FF2B5EF4-FFF2-40B4-BE49-F238E27FC236}">
                    <a16:creationId xmlns:a16="http://schemas.microsoft.com/office/drawing/2014/main" id="{F2BE4901-A026-4EDF-8DC9-A6CB218B4717}"/>
                  </a:ext>
                </a:extLst>
              </p:cNvPr>
              <p:cNvSpPr/>
              <p:nvPr/>
            </p:nvSpPr>
            <p:spPr>
              <a:xfrm>
                <a:off x="4366009" y="5688181"/>
                <a:ext cx="1237193" cy="33611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𝑡𝑠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≥10∧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𝑦𝑠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≤20</m:t>
                          </m:r>
                        </m:sub>
                      </m:sSub>
                    </m:oMath>
                  </m:oMathPara>
                </a14:m>
                <a:endParaRPr lang="it-IT" sz="1400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Rettangolo 23">
                <a:extLst>
                  <a:ext uri="{FF2B5EF4-FFF2-40B4-BE49-F238E27FC236}">
                    <a16:creationId xmlns:a16="http://schemas.microsoft.com/office/drawing/2014/main" id="{F2BE4901-A026-4EDF-8DC9-A6CB218B47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009" y="5688181"/>
                <a:ext cx="1237193" cy="33611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tangolo 24">
                <a:extLst>
                  <a:ext uri="{FF2B5EF4-FFF2-40B4-BE49-F238E27FC236}">
                    <a16:creationId xmlns:a16="http://schemas.microsoft.com/office/drawing/2014/main" id="{92C9526E-666F-4AD8-9724-3858356B1F2E}"/>
                  </a:ext>
                </a:extLst>
              </p:cNvPr>
              <p:cNvSpPr/>
              <p:nvPr/>
            </p:nvSpPr>
            <p:spPr>
              <a:xfrm>
                <a:off x="7118156" y="5526846"/>
                <a:ext cx="941139" cy="6587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eqArr>
                            <m:eqArrPr>
                              <m:ctrlP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𝑣𝑎𝑙</m:t>
                              </m:r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𝑙𝑎𝑏𝑒𝑙</m:t>
                              </m:r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𝑒𝑟𝑟</m:t>
                              </m:r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Rettangolo 24">
                <a:extLst>
                  <a:ext uri="{FF2B5EF4-FFF2-40B4-BE49-F238E27FC236}">
                    <a16:creationId xmlns:a16="http://schemas.microsoft.com/office/drawing/2014/main" id="{92C9526E-666F-4AD8-9724-3858356B1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8156" y="5526846"/>
                <a:ext cx="941139" cy="658788"/>
              </a:xfrm>
              <a:prstGeom prst="rect">
                <a:avLst/>
              </a:prstGeom>
              <a:blipFill>
                <a:blip r:embed="rId12"/>
                <a:stretch>
                  <a:fillRect b="-8108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ttangolo 25">
                <a:extLst>
                  <a:ext uri="{FF2B5EF4-FFF2-40B4-BE49-F238E27FC236}">
                    <a16:creationId xmlns:a16="http://schemas.microsoft.com/office/drawing/2014/main" id="{9810F9B1-1B42-4250-AFEE-358BE9877FEB}"/>
                  </a:ext>
                </a:extLst>
              </p:cNvPr>
              <p:cNvSpPr/>
              <p:nvPr/>
            </p:nvSpPr>
            <p:spPr>
              <a:xfrm>
                <a:off x="6423564" y="4809785"/>
                <a:ext cx="822960" cy="33611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Rettangolo 25">
                <a:extLst>
                  <a:ext uri="{FF2B5EF4-FFF2-40B4-BE49-F238E27FC236}">
                    <a16:creationId xmlns:a16="http://schemas.microsoft.com/office/drawing/2014/main" id="{9810F9B1-1B42-4250-AFEE-358BE9877F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564" y="4809785"/>
                <a:ext cx="822960" cy="33611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EA851E71-DA75-4CDC-8989-402028FD7C12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6810478" y="4391748"/>
            <a:ext cx="380342" cy="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F3AB589F-FE4E-4AA6-9EA3-05A18167E5D7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 flipH="1">
            <a:off x="6835044" y="4656468"/>
            <a:ext cx="1" cy="153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CDA65157-98BF-4709-92D8-7DEE298F093E}"/>
              </a:ext>
            </a:extLst>
          </p:cNvPr>
          <p:cNvCxnSpPr>
            <a:cxnSpLocks/>
            <a:stCxn id="24" idx="3"/>
            <a:endCxn id="36" idx="1"/>
          </p:cNvCxnSpPr>
          <p:nvPr/>
        </p:nvCxnSpPr>
        <p:spPr>
          <a:xfrm>
            <a:off x="5603202" y="5856241"/>
            <a:ext cx="2037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697011C8-0570-4BE8-9414-E22E2D7D57C7}"/>
              </a:ext>
            </a:extLst>
          </p:cNvPr>
          <p:cNvCxnSpPr>
            <a:cxnSpLocks/>
            <a:stCxn id="36" idx="3"/>
            <a:endCxn id="25" idx="1"/>
          </p:cNvCxnSpPr>
          <p:nvPr/>
        </p:nvCxnSpPr>
        <p:spPr>
          <a:xfrm flipV="1">
            <a:off x="6914447" y="5856240"/>
            <a:ext cx="2037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7F656AC4-AD13-4FAF-88AE-AE18BAF44C77}"/>
              </a:ext>
            </a:extLst>
          </p:cNvPr>
          <p:cNvCxnSpPr>
            <a:cxnSpLocks/>
            <a:stCxn id="26" idx="2"/>
            <a:endCxn id="20" idx="0"/>
          </p:cNvCxnSpPr>
          <p:nvPr/>
        </p:nvCxnSpPr>
        <p:spPr>
          <a:xfrm>
            <a:off x="6835044" y="5145904"/>
            <a:ext cx="0" cy="1711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314FD910-6394-4FDC-8A65-5C3A1EBC6BCF}"/>
                  </a:ext>
                </a:extLst>
              </p:cNvPr>
              <p:cNvSpPr/>
              <p:nvPr/>
            </p:nvSpPr>
            <p:spPr>
              <a:xfrm>
                <a:off x="5806911" y="5688181"/>
                <a:ext cx="1107536" cy="33611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Rettangolo 35">
                <a:extLst>
                  <a:ext uri="{FF2B5EF4-FFF2-40B4-BE49-F238E27FC236}">
                    <a16:creationId xmlns:a16="http://schemas.microsoft.com/office/drawing/2014/main" id="{314FD910-6394-4FDC-8A65-5C3A1EBC6B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911" y="5688181"/>
                <a:ext cx="1107536" cy="33611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ttangolo 49">
                <a:extLst>
                  <a:ext uri="{FF2B5EF4-FFF2-40B4-BE49-F238E27FC236}">
                    <a16:creationId xmlns:a16="http://schemas.microsoft.com/office/drawing/2014/main" id="{B88DB0F6-6352-4C58-9386-F868D9A030DE}"/>
                  </a:ext>
                </a:extLst>
              </p:cNvPr>
              <p:cNvSpPr/>
              <p:nvPr/>
            </p:nvSpPr>
            <p:spPr>
              <a:xfrm>
                <a:off x="8263004" y="5526846"/>
                <a:ext cx="1033395" cy="65878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eqArr>
                            <m:eqArrPr>
                              <m:ctrlPr>
                                <a:rPr lang="it-IT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it-IT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it-IT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it-IT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𝑙𝑎𝑏𝑒𝑙</m:t>
                                  </m:r>
                                  <m:r>
                                    <a:rPr lang="it-IT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𝐴𝑉𝐺</m:t>
                              </m:r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𝑣𝑎𝑙</m:t>
                              </m:r>
                            </m:e>
                          </m:eqArr>
                        </m:sub>
                      </m:sSub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0" name="Rettangolo 49">
                <a:extLst>
                  <a:ext uri="{FF2B5EF4-FFF2-40B4-BE49-F238E27FC236}">
                    <a16:creationId xmlns:a16="http://schemas.microsoft.com/office/drawing/2014/main" id="{B88DB0F6-6352-4C58-9386-F868D9A030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3004" y="5526846"/>
                <a:ext cx="1033395" cy="65878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04C6AED9-CB13-4B35-9878-CA58B6CAB099}"/>
              </a:ext>
            </a:extLst>
          </p:cNvPr>
          <p:cNvCxnSpPr>
            <a:cxnSpLocks/>
            <a:stCxn id="25" idx="3"/>
            <a:endCxn id="50" idx="1"/>
          </p:cNvCxnSpPr>
          <p:nvPr/>
        </p:nvCxnSpPr>
        <p:spPr>
          <a:xfrm>
            <a:off x="8059295" y="5856240"/>
            <a:ext cx="2037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sellaDiTesto 34">
                <a:extLst>
                  <a:ext uri="{FF2B5EF4-FFF2-40B4-BE49-F238E27FC236}">
                    <a16:creationId xmlns:a16="http://schemas.microsoft.com/office/drawing/2014/main" id="{3588D4B4-430C-45F7-A3DC-7F709A1E64CC}"/>
                  </a:ext>
                </a:extLst>
              </p:cNvPr>
              <p:cNvSpPr txBox="1"/>
              <p:nvPr/>
            </p:nvSpPr>
            <p:spPr>
              <a:xfrm>
                <a:off x="2498553" y="2257371"/>
                <a:ext cx="4656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35" name="CasellaDiTesto 34">
                <a:extLst>
                  <a:ext uri="{FF2B5EF4-FFF2-40B4-BE49-F238E27FC236}">
                    <a16:creationId xmlns:a16="http://schemas.microsoft.com/office/drawing/2014/main" id="{3588D4B4-430C-45F7-A3DC-7F709A1E6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553" y="2257371"/>
                <a:ext cx="465699" cy="307777"/>
              </a:xfrm>
              <a:prstGeom prst="rect">
                <a:avLst/>
              </a:prstGeom>
              <a:blipFill>
                <a:blip r:embed="rId1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1E9D8628-D89C-42C9-B7DB-BB778BD27085}"/>
                  </a:ext>
                </a:extLst>
              </p:cNvPr>
              <p:cNvSpPr txBox="1"/>
              <p:nvPr/>
            </p:nvSpPr>
            <p:spPr>
              <a:xfrm>
                <a:off x="5954882" y="4822397"/>
                <a:ext cx="46569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37" name="CasellaDiTesto 36">
                <a:extLst>
                  <a:ext uri="{FF2B5EF4-FFF2-40B4-BE49-F238E27FC236}">
                    <a16:creationId xmlns:a16="http://schemas.microsoft.com/office/drawing/2014/main" id="{1E9D8628-D89C-42C9-B7DB-BB778BD27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882" y="4822397"/>
                <a:ext cx="465699" cy="307777"/>
              </a:xfrm>
              <a:prstGeom prst="rect">
                <a:avLst/>
              </a:prstGeom>
              <a:blipFill>
                <a:blip r:embed="rId17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177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4">
                <a:extLst>
                  <a:ext uri="{FF2B5EF4-FFF2-40B4-BE49-F238E27FC236}">
                    <a16:creationId xmlns:a16="http://schemas.microsoft.com/office/drawing/2014/main" id="{A795FFBE-FB7D-A8A6-12E8-41D7ACE6E8AA}"/>
                  </a:ext>
                </a:extLst>
              </p:cNvPr>
              <p:cNvSpPr/>
              <p:nvPr/>
            </p:nvSpPr>
            <p:spPr>
              <a:xfrm>
                <a:off x="3341523" y="2904161"/>
                <a:ext cx="702570" cy="2743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it-IT" sz="1400" i="1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it-IT" sz="140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ttangolo 4">
                <a:extLst>
                  <a:ext uri="{FF2B5EF4-FFF2-40B4-BE49-F238E27FC236}">
                    <a16:creationId xmlns:a16="http://schemas.microsoft.com/office/drawing/2014/main" id="{A795FFBE-FB7D-A8A6-12E8-41D7ACE6E8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1523" y="2904161"/>
                <a:ext cx="702570" cy="274320"/>
              </a:xfrm>
              <a:prstGeom prst="rect">
                <a:avLst/>
              </a:prstGeom>
              <a:blipFill>
                <a:blip r:embed="rId2"/>
                <a:stretch>
                  <a:fillRect b="-2083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tangolo 5">
            <a:extLst>
              <a:ext uri="{FF2B5EF4-FFF2-40B4-BE49-F238E27FC236}">
                <a16:creationId xmlns:a16="http://schemas.microsoft.com/office/drawing/2014/main" id="{F476AB91-2D8E-692D-B939-7D6E75BD8BBB}"/>
              </a:ext>
            </a:extLst>
          </p:cNvPr>
          <p:cNvSpPr/>
          <p:nvPr/>
        </p:nvSpPr>
        <p:spPr>
          <a:xfrm>
            <a:off x="4182848" y="2904161"/>
            <a:ext cx="27432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47089369-E15C-41BD-8A2F-F9F26DD4B98E}"/>
                  </a:ext>
                </a:extLst>
              </p:cNvPr>
              <p:cNvSpPr/>
              <p:nvPr/>
            </p:nvSpPr>
            <p:spPr>
              <a:xfrm>
                <a:off x="4595923" y="2904161"/>
                <a:ext cx="274320" cy="2743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ettangolo 6">
                <a:extLst>
                  <a:ext uri="{FF2B5EF4-FFF2-40B4-BE49-F238E27FC236}">
                    <a16:creationId xmlns:a16="http://schemas.microsoft.com/office/drawing/2014/main" id="{47089369-E15C-41BD-8A2F-F9F26DD4B9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923" y="2904161"/>
                <a:ext cx="274320" cy="274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216C5C55-0D53-BBAF-91AD-10E87304C50D}"/>
                  </a:ext>
                </a:extLst>
              </p:cNvPr>
              <p:cNvSpPr/>
              <p:nvPr/>
            </p:nvSpPr>
            <p:spPr>
              <a:xfrm>
                <a:off x="7074377" y="2904161"/>
                <a:ext cx="274320" cy="2743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ttangolo 7">
                <a:extLst>
                  <a:ext uri="{FF2B5EF4-FFF2-40B4-BE49-F238E27FC236}">
                    <a16:creationId xmlns:a16="http://schemas.microsoft.com/office/drawing/2014/main" id="{216C5C55-0D53-BBAF-91AD-10E87304C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4377" y="2904161"/>
                <a:ext cx="274320" cy="274320"/>
              </a:xfrm>
              <a:prstGeom prst="rect">
                <a:avLst/>
              </a:prstGeom>
              <a:blipFill>
                <a:blip r:embed="rId4"/>
                <a:stretch>
                  <a:fillRect b="-6250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FB43798-ADEA-ACCA-EEC4-9125E4419CAD}"/>
              </a:ext>
            </a:extLst>
          </p:cNvPr>
          <p:cNvCxnSpPr>
            <a:cxnSpLocks/>
            <a:stCxn id="7" idx="3"/>
            <a:endCxn id="19" idx="1"/>
          </p:cNvCxnSpPr>
          <p:nvPr/>
        </p:nvCxnSpPr>
        <p:spPr>
          <a:xfrm>
            <a:off x="4870243" y="304132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9AFAC586-60FE-5AA7-698C-85434E6A6EF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457168" y="304132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ttangolo 10">
            <a:extLst>
              <a:ext uri="{FF2B5EF4-FFF2-40B4-BE49-F238E27FC236}">
                <a16:creationId xmlns:a16="http://schemas.microsoft.com/office/drawing/2014/main" id="{21849309-27DA-0F00-7CAA-8644B1E1B1BD}"/>
              </a:ext>
            </a:extLst>
          </p:cNvPr>
          <p:cNvSpPr/>
          <p:nvPr/>
        </p:nvSpPr>
        <p:spPr>
          <a:xfrm>
            <a:off x="6248223" y="2904161"/>
            <a:ext cx="27432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6095E482-52C7-A767-DF50-E262073E824A}"/>
                  </a:ext>
                </a:extLst>
              </p:cNvPr>
              <p:cNvSpPr/>
              <p:nvPr/>
            </p:nvSpPr>
            <p:spPr>
              <a:xfrm>
                <a:off x="2928448" y="2904161"/>
                <a:ext cx="274320" cy="27432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1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6095E482-52C7-A767-DF50-E262073E82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448" y="2904161"/>
                <a:ext cx="274320" cy="2743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13636D7F-5BAC-E26E-6DBF-99FEFF142FF4}"/>
              </a:ext>
            </a:extLst>
          </p:cNvPr>
          <p:cNvCxnSpPr>
            <a:cxnSpLocks/>
            <a:stCxn id="11" idx="3"/>
            <a:endCxn id="18" idx="1"/>
          </p:cNvCxnSpPr>
          <p:nvPr/>
        </p:nvCxnSpPr>
        <p:spPr>
          <a:xfrm>
            <a:off x="6522543" y="304132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DA967E5C-B864-FFF2-5A8C-F2138F6F468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44093" y="304132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68AF890-C3FF-F905-2DEC-B5E95CA34464}"/>
              </a:ext>
            </a:extLst>
          </p:cNvPr>
          <p:cNvCxnSpPr>
            <a:cxnSpLocks/>
            <a:stCxn id="12" idx="3"/>
            <a:endCxn id="5" idx="1"/>
          </p:cNvCxnSpPr>
          <p:nvPr/>
        </p:nvCxnSpPr>
        <p:spPr>
          <a:xfrm>
            <a:off x="3202768" y="304132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tangolo 15">
                <a:extLst>
                  <a:ext uri="{FF2B5EF4-FFF2-40B4-BE49-F238E27FC236}">
                    <a16:creationId xmlns:a16="http://schemas.microsoft.com/office/drawing/2014/main" id="{7A138985-2544-B84D-A143-620FC23F55A4}"/>
                  </a:ext>
                </a:extLst>
              </p:cNvPr>
              <p:cNvSpPr/>
              <p:nvPr/>
            </p:nvSpPr>
            <p:spPr>
              <a:xfrm>
                <a:off x="5835148" y="2904161"/>
                <a:ext cx="274320" cy="2743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Rettangolo 15">
                <a:extLst>
                  <a:ext uri="{FF2B5EF4-FFF2-40B4-BE49-F238E27FC236}">
                    <a16:creationId xmlns:a16="http://schemas.microsoft.com/office/drawing/2014/main" id="{7A138985-2544-B84D-A143-620FC23F5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148" y="2904161"/>
                <a:ext cx="274320" cy="274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ttangolo 16">
            <a:extLst>
              <a:ext uri="{FF2B5EF4-FFF2-40B4-BE49-F238E27FC236}">
                <a16:creationId xmlns:a16="http://schemas.microsoft.com/office/drawing/2014/main" id="{3F0913DE-4D33-1C50-AEF6-23429AD7518A}"/>
              </a:ext>
            </a:extLst>
          </p:cNvPr>
          <p:cNvSpPr/>
          <p:nvPr/>
        </p:nvSpPr>
        <p:spPr>
          <a:xfrm>
            <a:off x="5422073" y="2904161"/>
            <a:ext cx="27432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ttangolo 17">
                <a:extLst>
                  <a:ext uri="{FF2B5EF4-FFF2-40B4-BE49-F238E27FC236}">
                    <a16:creationId xmlns:a16="http://schemas.microsoft.com/office/drawing/2014/main" id="{AEC2BF20-DAD3-989C-F803-E2C0E375E7B8}"/>
                  </a:ext>
                </a:extLst>
              </p:cNvPr>
              <p:cNvSpPr/>
              <p:nvPr/>
            </p:nvSpPr>
            <p:spPr>
              <a:xfrm>
                <a:off x="6661298" y="2904161"/>
                <a:ext cx="274320" cy="2743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ttangolo 17">
                <a:extLst>
                  <a:ext uri="{FF2B5EF4-FFF2-40B4-BE49-F238E27FC236}">
                    <a16:creationId xmlns:a16="http://schemas.microsoft.com/office/drawing/2014/main" id="{AEC2BF20-DAD3-989C-F803-E2C0E375E7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1298" y="2904161"/>
                <a:ext cx="274320" cy="274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468C487B-A73D-22F1-9C80-ED2025FA0C6E}"/>
                  </a:ext>
                </a:extLst>
              </p:cNvPr>
              <p:cNvSpPr/>
              <p:nvPr/>
            </p:nvSpPr>
            <p:spPr>
              <a:xfrm>
                <a:off x="5008998" y="2904161"/>
                <a:ext cx="274320" cy="2743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468C487B-A73D-22F1-9C80-ED2025FA0C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998" y="2904161"/>
                <a:ext cx="274320" cy="2743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3A9BD830-6543-F2EE-B34A-E1CA1C265BA8}"/>
              </a:ext>
            </a:extLst>
          </p:cNvPr>
          <p:cNvCxnSpPr>
            <a:cxnSpLocks/>
            <a:stCxn id="19" idx="3"/>
            <a:endCxn id="17" idx="1"/>
          </p:cNvCxnSpPr>
          <p:nvPr/>
        </p:nvCxnSpPr>
        <p:spPr>
          <a:xfrm>
            <a:off x="5283318" y="304132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F4678C17-2869-3D9C-1771-18D6B86D7EE7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>
            <a:off x="5696393" y="304132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FB02B669-8116-15A1-07B4-9000D1DC1E78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>
            <a:off x="6109468" y="304132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0B7A9505-02B2-C45F-7BD1-4B49AF6C36AE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>
            <a:off x="6935618" y="3041321"/>
            <a:ext cx="138759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BAD9FA41-C897-9787-DFB9-A3264842B8C7}"/>
                  </a:ext>
                </a:extLst>
              </p:cNvPr>
              <p:cNvSpPr txBox="1"/>
              <p:nvPr/>
            </p:nvSpPr>
            <p:spPr>
              <a:xfrm>
                <a:off x="3208716" y="2645123"/>
                <a:ext cx="981224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it-IT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1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it-IT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1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BAD9FA41-C897-9787-DFB9-A3264842B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716" y="2645123"/>
                <a:ext cx="981224" cy="261610"/>
              </a:xfrm>
              <a:prstGeom prst="rect">
                <a:avLst/>
              </a:prstGeom>
              <a:blipFill>
                <a:blip r:embed="rId7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ttangolo 1">
                <a:extLst>
                  <a:ext uri="{FF2B5EF4-FFF2-40B4-BE49-F238E27FC236}">
                    <a16:creationId xmlns:a16="http://schemas.microsoft.com/office/drawing/2014/main" id="{6CBBD67C-69BF-ABC3-1741-EB264AAB9B69}"/>
                  </a:ext>
                </a:extLst>
              </p:cNvPr>
              <p:cNvSpPr/>
              <p:nvPr/>
            </p:nvSpPr>
            <p:spPr>
              <a:xfrm>
                <a:off x="3814487" y="3879741"/>
                <a:ext cx="2354871" cy="27432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it-IT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QueryTSOpt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m:rPr>
                              <m:sty m:val="p"/>
                            </m:rPr>
                            <a:rPr lang="it-IT" sz="1400" b="0" i="0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it-IT" sz="1400" b="0" i="0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sSub>
                            <m:sSubPr>
                              <m:ctrlP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sub>
                          </m:sSub>
                          <m:r>
                            <a:rPr lang="it-IT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it-IT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sty m:val="p"/>
                            </m:rPr>
                            <a:rPr lang="it-IT" sz="1400" baseline="-250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p/>
                      </m:sSup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ttangolo 1">
                <a:extLst>
                  <a:ext uri="{FF2B5EF4-FFF2-40B4-BE49-F238E27FC236}">
                    <a16:creationId xmlns:a16="http://schemas.microsoft.com/office/drawing/2014/main" id="{6CBBD67C-69BF-ABC3-1741-EB264AAB9B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487" y="3879741"/>
                <a:ext cx="2354871" cy="274320"/>
              </a:xfrm>
              <a:prstGeom prst="rect">
                <a:avLst/>
              </a:prstGeom>
              <a:blipFill>
                <a:blip r:embed="rId8"/>
                <a:stretch>
                  <a:fillRect l="-3085" b="-14583"/>
                </a:stretch>
              </a:blipFill>
              <a:ln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ttangolo 28">
                <a:extLst>
                  <a:ext uri="{FF2B5EF4-FFF2-40B4-BE49-F238E27FC236}">
                    <a16:creationId xmlns:a16="http://schemas.microsoft.com/office/drawing/2014/main" id="{7554CB00-C92E-AF4C-9478-9D1438078BBC}"/>
                  </a:ext>
                </a:extLst>
              </p:cNvPr>
              <p:cNvSpPr/>
              <p:nvPr/>
            </p:nvSpPr>
            <p:spPr>
              <a:xfrm>
                <a:off x="3401413" y="3879741"/>
                <a:ext cx="274320" cy="27432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1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Rettangolo 28">
                <a:extLst>
                  <a:ext uri="{FF2B5EF4-FFF2-40B4-BE49-F238E27FC236}">
                    <a16:creationId xmlns:a16="http://schemas.microsoft.com/office/drawing/2014/main" id="{7554CB00-C92E-AF4C-9478-9D1438078B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1413" y="3879741"/>
                <a:ext cx="274320" cy="2743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999E32DD-9E1F-AB57-DF48-FFEFD7F5FF00}"/>
              </a:ext>
            </a:extLst>
          </p:cNvPr>
          <p:cNvCxnSpPr>
            <a:cxnSpLocks/>
            <a:stCxn id="29" idx="3"/>
            <a:endCxn id="2" idx="1"/>
          </p:cNvCxnSpPr>
          <p:nvPr/>
        </p:nvCxnSpPr>
        <p:spPr>
          <a:xfrm>
            <a:off x="3675733" y="4016901"/>
            <a:ext cx="138754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ttangolo 45">
                <a:extLst>
                  <a:ext uri="{FF2B5EF4-FFF2-40B4-BE49-F238E27FC236}">
                    <a16:creationId xmlns:a16="http://schemas.microsoft.com/office/drawing/2014/main" id="{5DAE4E4D-C06A-9F09-B39A-ED3B063BB18A}"/>
                  </a:ext>
                </a:extLst>
              </p:cNvPr>
              <p:cNvSpPr/>
              <p:nvPr/>
            </p:nvSpPr>
            <p:spPr>
              <a:xfrm>
                <a:off x="6721188" y="3879741"/>
                <a:ext cx="274320" cy="27432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it-IT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Rettangolo 45">
                <a:extLst>
                  <a:ext uri="{FF2B5EF4-FFF2-40B4-BE49-F238E27FC236}">
                    <a16:creationId xmlns:a16="http://schemas.microsoft.com/office/drawing/2014/main" id="{5DAE4E4D-C06A-9F09-B39A-ED3B063BB1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1188" y="3879741"/>
                <a:ext cx="274320" cy="274320"/>
              </a:xfrm>
              <a:prstGeom prst="rect">
                <a:avLst/>
              </a:prstGeom>
              <a:blipFill>
                <a:blip r:embed="rId9"/>
                <a:stretch>
                  <a:fillRect b="-6250"/>
                </a:stretch>
              </a:blipFill>
              <a:ln>
                <a:solidFill>
                  <a:schemeClr val="bg2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ttangolo 46">
            <a:extLst>
              <a:ext uri="{FF2B5EF4-FFF2-40B4-BE49-F238E27FC236}">
                <a16:creationId xmlns:a16="http://schemas.microsoft.com/office/drawing/2014/main" id="{1CF9027C-B413-4BD4-020C-B3E8A7040D65}"/>
              </a:ext>
            </a:extLst>
          </p:cNvPr>
          <p:cNvSpPr/>
          <p:nvPr/>
        </p:nvSpPr>
        <p:spPr>
          <a:xfrm>
            <a:off x="6308113" y="3879741"/>
            <a:ext cx="274320" cy="27432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it-IT" sz="1400" i="1" dirty="0">
                <a:solidFill>
                  <a:schemeClr val="tx1"/>
                </a:solidFill>
                <a:latin typeface="Cambria Math" panose="02040503050406030204" pitchFamily="18" charset="0"/>
              </a:rPr>
              <a:t>…</a:t>
            </a:r>
          </a:p>
        </p:txBody>
      </p:sp>
      <p:cxnSp>
        <p:nvCxnSpPr>
          <p:cNvPr id="50" name="Connettore 2 49">
            <a:extLst>
              <a:ext uri="{FF2B5EF4-FFF2-40B4-BE49-F238E27FC236}">
                <a16:creationId xmlns:a16="http://schemas.microsoft.com/office/drawing/2014/main" id="{6F4830B5-D9EC-87F6-4F28-837D457A4038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6169358" y="4016901"/>
            <a:ext cx="138755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F4316381-1A89-B8FC-40EA-3F94F966619E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6582429" y="4016901"/>
            <a:ext cx="138759" cy="0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Connettore diritto 52">
            <a:extLst>
              <a:ext uri="{FF2B5EF4-FFF2-40B4-BE49-F238E27FC236}">
                <a16:creationId xmlns:a16="http://schemas.microsoft.com/office/drawing/2014/main" id="{0469E486-3117-DA79-2D7B-9B4377675E40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692808" y="3178481"/>
            <a:ext cx="1270177" cy="838420"/>
          </a:xfrm>
          <a:prstGeom prst="line">
            <a:avLst/>
          </a:prstGeom>
          <a:ln w="635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ttore diritto 55">
            <a:extLst>
              <a:ext uri="{FF2B5EF4-FFF2-40B4-BE49-F238E27FC236}">
                <a16:creationId xmlns:a16="http://schemas.microsoft.com/office/drawing/2014/main" id="{1ECA2EFA-7D5A-8199-66FD-17CB1099523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733083" y="3178481"/>
            <a:ext cx="887907" cy="781817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72648A9A-17C9-F150-BC0D-3784B63AD23D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5620990" y="3178481"/>
            <a:ext cx="1177468" cy="781817"/>
          </a:xfrm>
          <a:prstGeom prst="line">
            <a:avLst/>
          </a:prstGeom>
          <a:ln w="6350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onnettore diritto 61">
            <a:extLst>
              <a:ext uri="{FF2B5EF4-FFF2-40B4-BE49-F238E27FC236}">
                <a16:creationId xmlns:a16="http://schemas.microsoft.com/office/drawing/2014/main" id="{124510D6-4AA6-0163-4D60-14B2431A5229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5972308" y="3178481"/>
            <a:ext cx="7620" cy="781817"/>
          </a:xfrm>
          <a:prstGeom prst="line">
            <a:avLst/>
          </a:prstGeom>
          <a:ln w="6350">
            <a:prstDash val="lgDashDot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onnettore diritto 64">
            <a:extLst>
              <a:ext uri="{FF2B5EF4-FFF2-40B4-BE49-F238E27FC236}">
                <a16:creationId xmlns:a16="http://schemas.microsoft.com/office/drawing/2014/main" id="{1EFE039B-C9EE-9EA6-B001-B2E781BB847F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146158" y="3178481"/>
            <a:ext cx="833770" cy="781817"/>
          </a:xfrm>
          <a:prstGeom prst="line">
            <a:avLst/>
          </a:prstGeom>
          <a:ln w="6350">
            <a:prstDash val="lgDashDot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Connettore diritto 67">
            <a:extLst>
              <a:ext uri="{FF2B5EF4-FFF2-40B4-BE49-F238E27FC236}">
                <a16:creationId xmlns:a16="http://schemas.microsoft.com/office/drawing/2014/main" id="{433A32F3-EBAA-9977-841E-F06AC2C14E99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5247920" y="3178481"/>
            <a:ext cx="1963617" cy="781817"/>
          </a:xfrm>
          <a:prstGeom prst="line">
            <a:avLst/>
          </a:prstGeom>
          <a:ln w="6350">
            <a:prstDash val="lg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181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48A5B3A-0B80-4CAF-BE51-F32D7030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73D788-C29C-4767-9CAF-AA92434CF0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B7BA2DD-6ADC-4C91-8CC8-7892D51761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29363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13332</TotalTime>
  <Words>1543</Words>
  <Application>Microsoft Office PowerPoint</Application>
  <PresentationFormat>Widescreen</PresentationFormat>
  <Paragraphs>565</Paragraphs>
  <Slides>14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Times New Roman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Matteo Francia</dc:creator>
  <cp:lastModifiedBy>Matteo Francia</cp:lastModifiedBy>
  <cp:revision>97</cp:revision>
  <dcterms:created xsi:type="dcterms:W3CDTF">2025-01-16T14:51:51Z</dcterms:created>
  <dcterms:modified xsi:type="dcterms:W3CDTF">2026-07-24T08:09:26Z</dcterms:modified>
</cp:coreProperties>
</file>