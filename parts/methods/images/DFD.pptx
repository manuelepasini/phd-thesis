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2192000" cy="6858000"/>
  <p:notesSz cx="6794500" cy="998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FD9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6807" autoAdjust="0"/>
  </p:normalViewPr>
  <p:slideViewPr>
    <p:cSldViewPr snapToGrid="0">
      <p:cViewPr varScale="1">
        <p:scale>
          <a:sx n="119" d="100"/>
          <a:sy n="119" d="100"/>
        </p:scale>
        <p:origin x="9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1E798-6F74-4C29-B264-5E263DE4A228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225" y="1247775"/>
            <a:ext cx="5988050" cy="3368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450" y="4803775"/>
            <a:ext cx="5435600" cy="3930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82138"/>
            <a:ext cx="2944813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48100" y="9482138"/>
            <a:ext cx="2944813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9A26A-DFDD-46EE-8AB8-E99B7B2CB8E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4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9A26A-DFDD-46EE-8AB8-E99B7B2CB8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93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07673A-B805-840D-BB4D-8C579E5DB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D75E8DC-4A6D-E3F0-7913-271AB615B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BAAAB7-2B43-C821-982F-C2A14423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FBE27E-A272-D223-84B8-C45D9A4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155059-2816-DA35-4538-6C4E85F7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0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21FD0A-754D-277B-FB18-5DD85D37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B74F78-129A-EF6A-30AA-47043A45F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21EF2A-0DA0-86A0-55B9-382E8285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369E55-E26E-3115-A71A-5C12B525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9EBCAA-1285-765E-4791-4F4EFD81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8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215E1E-46C8-B022-714B-68F9496E6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F598D0B-2415-3F78-7CE3-8CF9041EF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EBA2F7-F07F-B862-B0C6-715D8ED76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2F81B4-A236-E53A-58CA-53B212A1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F596B1-6110-86CA-33F9-9C5D0B7B0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5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246AC2-BD33-3484-A7A7-FA230494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62FBE4-6447-10F3-A284-3D496064C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6C7412B-41D2-7ABD-873D-CE9A3A17A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46E62E7-A753-4015-01E3-AE7148C8A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593B26E-64CB-7D5A-9174-CB5F911F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512F3A2-33BD-4BF6-78F1-C3D5FA4B3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1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989020-1EAD-6ACA-F7F8-436D7D07B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1DCB7F6-72E5-F0D4-6ECE-B4DFC512C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251778-620E-0033-C8E7-5F9D3A63A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695493A-39B8-FCEF-A44A-4B55D2A8F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C1EFCD-0AFD-82B7-0E54-48318EACD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6D5AFB9-C1C6-4D03-E0B6-55CDB773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FC107A6-A967-0A1E-F133-70B6A401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BBF4712-7AC9-BFE4-85C5-5BA1AAC4C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6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75268F-9944-B9FE-EAD1-6331F2EB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B8CED68-2E38-537F-64EC-D69DC76E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C399126-180D-A576-946F-CF35EFD3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02BB758-C9EF-7875-E73D-CAA3128D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29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B8B668C-23FC-04CE-DCE1-43C2EA00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846149A-1A93-DC36-E6B2-EACF73D4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609D4E-0097-E858-95D5-A2AA512D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39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514392-3575-D42D-28D2-29F61510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618A17-93F3-2A64-8412-C16143B0C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DAFF94-BA77-B249-CBAC-A422E668C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45028C-23DD-CA2F-566D-15AA5F81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9B5F6AC-43FA-9163-BEA6-818BA3F85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6A3F44-F80E-30D9-67EE-120A41E1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783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B6FE5F-EB09-3057-CF36-CFB88F93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1802794-D867-EA9B-D1FE-E0D12757F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2009A87-8DC7-F2A2-E0F7-EC95060A3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D7DDE8B-F5F0-CEA5-2293-676B9CA9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988D943-AC0E-003B-EB07-8F5314BC2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DD5C364-3F09-9492-B960-8BFB68A1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43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BB1D98-06DA-A35D-2345-B77E423E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07BCCD6-9AF5-D053-6FCE-A924367D7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D26D0F-BE57-DC17-C53A-75F4D6C9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7B797E-22C1-728C-EAD2-8E3F8FE7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59C376-B0F7-F9F1-79A7-882FA51D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F1152AF-2848-43ED-E295-A1E674CCB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E2BD2BD-E549-1097-1817-B1B38D1D1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63C8B9-2B1A-1435-CA12-915BA1AE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953D33-EA9B-0CA0-4002-A7B1DFA2B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B6DE45-18D9-129C-8C6F-5CC4CCA8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88A5FA-A69F-C388-0021-32E5314BC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AB17B8-6CA5-4286-AD78-3AE65DD8C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A229F2-03BC-8DBA-FF00-6FA390C4A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EFF5C-1B29-4916-9D9B-C0647F92D44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EB9AE3C-F8A3-0A4D-AC42-C36C9F78D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F255BB-ACA2-232A-89A0-61AA8D8E3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E08C8-7784-4DDB-8923-2FC5175DF2B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9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ttangolo 89">
            <a:extLst>
              <a:ext uri="{FF2B5EF4-FFF2-40B4-BE49-F238E27FC236}">
                <a16:creationId xmlns:a16="http://schemas.microsoft.com/office/drawing/2014/main" id="{753DC473-AF2E-9240-7AFE-2AF790357318}"/>
              </a:ext>
            </a:extLst>
          </p:cNvPr>
          <p:cNvSpPr/>
          <p:nvPr/>
        </p:nvSpPr>
        <p:spPr>
          <a:xfrm>
            <a:off x="1081505" y="1555750"/>
            <a:ext cx="1251285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Weather station</a:t>
            </a:r>
            <a:endParaRPr lang="en-US" sz="1200" dirty="0"/>
          </a:p>
        </p:txBody>
      </p:sp>
      <p:sp>
        <p:nvSpPr>
          <p:cNvPr id="91" name="Rettangolo 90">
            <a:extLst>
              <a:ext uri="{FF2B5EF4-FFF2-40B4-BE49-F238E27FC236}">
                <a16:creationId xmlns:a16="http://schemas.microsoft.com/office/drawing/2014/main" id="{15C3268A-DBA0-D359-DD3A-551803E7407D}"/>
              </a:ext>
            </a:extLst>
          </p:cNvPr>
          <p:cNvSpPr/>
          <p:nvPr/>
        </p:nvSpPr>
        <p:spPr>
          <a:xfrm>
            <a:off x="1081505" y="1900655"/>
            <a:ext cx="1251285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Moisture sensors</a:t>
            </a:r>
            <a:endParaRPr lang="en-US" sz="1200" dirty="0"/>
          </a:p>
        </p:txBody>
      </p:sp>
      <p:sp>
        <p:nvSpPr>
          <p:cNvPr id="92" name="Ovale 91">
            <a:extLst>
              <a:ext uri="{FF2B5EF4-FFF2-40B4-BE49-F238E27FC236}">
                <a16:creationId xmlns:a16="http://schemas.microsoft.com/office/drawing/2014/main" id="{B29F4A91-5076-D0F4-9229-77A0E092AB33}"/>
              </a:ext>
            </a:extLst>
          </p:cNvPr>
          <p:cNvSpPr/>
          <p:nvPr/>
        </p:nvSpPr>
        <p:spPr>
          <a:xfrm>
            <a:off x="2870200" y="1555750"/>
            <a:ext cx="1251285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</a:t>
            </a:r>
            <a:endParaRPr lang="en-US" sz="1200" dirty="0"/>
          </a:p>
        </p:txBody>
      </p:sp>
      <p:cxnSp>
        <p:nvCxnSpPr>
          <p:cNvPr id="93" name="Connettore 2 92">
            <a:extLst>
              <a:ext uri="{FF2B5EF4-FFF2-40B4-BE49-F238E27FC236}">
                <a16:creationId xmlns:a16="http://schemas.microsoft.com/office/drawing/2014/main" id="{F7B1447C-659A-90CB-636E-33008B340ED6}"/>
              </a:ext>
            </a:extLst>
          </p:cNvPr>
          <p:cNvCxnSpPr>
            <a:cxnSpLocks/>
            <a:stCxn id="90" idx="3"/>
            <a:endCxn id="92" idx="2"/>
          </p:cNvCxnSpPr>
          <p:nvPr/>
        </p:nvCxnSpPr>
        <p:spPr>
          <a:xfrm>
            <a:off x="2332790" y="1662531"/>
            <a:ext cx="537410" cy="172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ttore 2 93">
            <a:extLst>
              <a:ext uri="{FF2B5EF4-FFF2-40B4-BE49-F238E27FC236}">
                <a16:creationId xmlns:a16="http://schemas.microsoft.com/office/drawing/2014/main" id="{90C5E902-4470-528B-C289-AE9A44EDA891}"/>
              </a:ext>
            </a:extLst>
          </p:cNvPr>
          <p:cNvCxnSpPr>
            <a:cxnSpLocks/>
            <a:stCxn id="91" idx="3"/>
            <a:endCxn id="92" idx="2"/>
          </p:cNvCxnSpPr>
          <p:nvPr/>
        </p:nvCxnSpPr>
        <p:spPr>
          <a:xfrm flipV="1">
            <a:off x="2332790" y="1834983"/>
            <a:ext cx="537410" cy="172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EBC71603-2B1B-B0C2-9B87-7371039C59C7}"/>
              </a:ext>
            </a:extLst>
          </p:cNvPr>
          <p:cNvGrpSpPr/>
          <p:nvPr/>
        </p:nvGrpSpPr>
        <p:grpSpPr>
          <a:xfrm>
            <a:off x="4139497" y="1602924"/>
            <a:ext cx="1780674" cy="486414"/>
            <a:chOff x="5678904" y="1704656"/>
            <a:chExt cx="1780674" cy="486414"/>
          </a:xfrm>
        </p:grpSpPr>
        <p:sp>
          <p:nvSpPr>
            <p:cNvPr id="95" name="CasellaDiTesto 94">
              <a:extLst>
                <a:ext uri="{FF2B5EF4-FFF2-40B4-BE49-F238E27FC236}">
                  <a16:creationId xmlns:a16="http://schemas.microsoft.com/office/drawing/2014/main" id="{4ADB3751-5A59-F76E-6946-D70A0CA914D4}"/>
                </a:ext>
              </a:extLst>
            </p:cNvPr>
            <p:cNvSpPr txBox="1"/>
            <p:nvPr/>
          </p:nvSpPr>
          <p:spPr>
            <a:xfrm>
              <a:off x="5871409" y="1789151"/>
              <a:ext cx="15881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data_original</a:t>
              </a:r>
              <a:endParaRPr lang="en-US" sz="1200" dirty="0"/>
            </a:p>
          </p:txBody>
        </p:sp>
        <p:sp>
          <p:nvSpPr>
            <p:cNvPr id="96" name="Segno di sottrazione 95">
              <a:extLst>
                <a:ext uri="{FF2B5EF4-FFF2-40B4-BE49-F238E27FC236}">
                  <a16:creationId xmlns:a16="http://schemas.microsoft.com/office/drawing/2014/main" id="{FA62937A-0983-CACA-E880-A13529527194}"/>
                </a:ext>
              </a:extLst>
            </p:cNvPr>
            <p:cNvSpPr/>
            <p:nvPr/>
          </p:nvSpPr>
          <p:spPr>
            <a:xfrm>
              <a:off x="5678904" y="1704656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Segno di sottrazione 96">
              <a:extLst>
                <a:ext uri="{FF2B5EF4-FFF2-40B4-BE49-F238E27FC236}">
                  <a16:creationId xmlns:a16="http://schemas.microsoft.com/office/drawing/2014/main" id="{891F49A1-AD6D-4069-0B44-341031B7C843}"/>
                </a:ext>
              </a:extLst>
            </p:cNvPr>
            <p:cNvSpPr/>
            <p:nvPr/>
          </p:nvSpPr>
          <p:spPr>
            <a:xfrm>
              <a:off x="5678904" y="2024815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8" name="Connettore 2 97">
            <a:extLst>
              <a:ext uri="{FF2B5EF4-FFF2-40B4-BE49-F238E27FC236}">
                <a16:creationId xmlns:a16="http://schemas.microsoft.com/office/drawing/2014/main" id="{F3687103-C6C0-FE47-BEEE-AA932DB09EFF}"/>
              </a:ext>
            </a:extLst>
          </p:cNvPr>
          <p:cNvCxnSpPr>
            <a:cxnSpLocks/>
            <a:stCxn id="92" idx="6"/>
            <a:endCxn id="95" idx="1"/>
          </p:cNvCxnSpPr>
          <p:nvPr/>
        </p:nvCxnSpPr>
        <p:spPr>
          <a:xfrm flipV="1">
            <a:off x="4121485" y="1825919"/>
            <a:ext cx="210517" cy="9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085691AB-87F4-542C-0F6A-AC146293A439}"/>
              </a:ext>
            </a:extLst>
          </p:cNvPr>
          <p:cNvGrpSpPr/>
          <p:nvPr/>
        </p:nvGrpSpPr>
        <p:grpSpPr>
          <a:xfrm>
            <a:off x="1893217" y="3603646"/>
            <a:ext cx="1694950" cy="497578"/>
            <a:chOff x="5821281" y="2306453"/>
            <a:chExt cx="1694950" cy="497578"/>
          </a:xfrm>
        </p:grpSpPr>
        <p:sp>
          <p:nvSpPr>
            <p:cNvPr id="99" name="CasellaDiTesto 98">
              <a:extLst>
                <a:ext uri="{FF2B5EF4-FFF2-40B4-BE49-F238E27FC236}">
                  <a16:creationId xmlns:a16="http://schemas.microsoft.com/office/drawing/2014/main" id="{B920CF95-501F-C661-83CB-87A9E62A0351}"/>
                </a:ext>
              </a:extLst>
            </p:cNvPr>
            <p:cNvSpPr txBox="1"/>
            <p:nvPr/>
          </p:nvSpPr>
          <p:spPr>
            <a:xfrm>
              <a:off x="5928062" y="2402112"/>
              <a:ext cx="15881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transcoding_field</a:t>
              </a:r>
              <a:endParaRPr lang="en-US" sz="1200" dirty="0"/>
            </a:p>
          </p:txBody>
        </p:sp>
        <p:sp>
          <p:nvSpPr>
            <p:cNvPr id="100" name="Segno di sottrazione 99">
              <a:extLst>
                <a:ext uri="{FF2B5EF4-FFF2-40B4-BE49-F238E27FC236}">
                  <a16:creationId xmlns:a16="http://schemas.microsoft.com/office/drawing/2014/main" id="{EBDDA4B6-B633-82DF-8B63-F30E68A871F0}"/>
                </a:ext>
              </a:extLst>
            </p:cNvPr>
            <p:cNvSpPr/>
            <p:nvPr/>
          </p:nvSpPr>
          <p:spPr>
            <a:xfrm>
              <a:off x="5830806" y="2306453"/>
              <a:ext cx="1460831" cy="177420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Segno di sottrazione 100">
              <a:extLst>
                <a:ext uri="{FF2B5EF4-FFF2-40B4-BE49-F238E27FC236}">
                  <a16:creationId xmlns:a16="http://schemas.microsoft.com/office/drawing/2014/main" id="{461BCCC7-6018-8ABF-BEF9-7B1C5A1FF97F}"/>
                </a:ext>
              </a:extLst>
            </p:cNvPr>
            <p:cNvSpPr/>
            <p:nvPr/>
          </p:nvSpPr>
          <p:spPr>
            <a:xfrm>
              <a:off x="5821281" y="2610588"/>
              <a:ext cx="1460831" cy="193443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2" name="Ovale 101">
            <a:extLst>
              <a:ext uri="{FF2B5EF4-FFF2-40B4-BE49-F238E27FC236}">
                <a16:creationId xmlns:a16="http://schemas.microsoft.com/office/drawing/2014/main" id="{3744DA96-6AB1-D64D-2954-BC2A07E7CE2D}"/>
              </a:ext>
            </a:extLst>
          </p:cNvPr>
          <p:cNvSpPr/>
          <p:nvPr/>
        </p:nvSpPr>
        <p:spPr>
          <a:xfrm>
            <a:off x="2668781" y="2385569"/>
            <a:ext cx="1315454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enrichment</a:t>
            </a:r>
            <a:endParaRPr lang="en-US" sz="1200" dirty="0"/>
          </a:p>
        </p:txBody>
      </p:sp>
      <p:cxnSp>
        <p:nvCxnSpPr>
          <p:cNvPr id="103" name="Connettore 2 102">
            <a:extLst>
              <a:ext uri="{FF2B5EF4-FFF2-40B4-BE49-F238E27FC236}">
                <a16:creationId xmlns:a16="http://schemas.microsoft.com/office/drawing/2014/main" id="{E98D08AC-B917-60FD-7219-557AE2916B05}"/>
              </a:ext>
            </a:extLst>
          </p:cNvPr>
          <p:cNvCxnSpPr>
            <a:stCxn id="95" idx="1"/>
            <a:endCxn id="102" idx="6"/>
          </p:cNvCxnSpPr>
          <p:nvPr/>
        </p:nvCxnSpPr>
        <p:spPr>
          <a:xfrm flipH="1">
            <a:off x="3984235" y="1825919"/>
            <a:ext cx="347767" cy="838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2 103">
            <a:extLst>
              <a:ext uri="{FF2B5EF4-FFF2-40B4-BE49-F238E27FC236}">
                <a16:creationId xmlns:a16="http://schemas.microsoft.com/office/drawing/2014/main" id="{5E4675D8-637C-348B-3395-1FFA08CF510F}"/>
              </a:ext>
            </a:extLst>
          </p:cNvPr>
          <p:cNvCxnSpPr>
            <a:cxnSpLocks/>
            <a:stCxn id="100" idx="3"/>
            <a:endCxn id="102" idx="4"/>
          </p:cNvCxnSpPr>
          <p:nvPr/>
        </p:nvCxnSpPr>
        <p:spPr>
          <a:xfrm flipV="1">
            <a:off x="2633158" y="2944035"/>
            <a:ext cx="693350" cy="727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5C25A3FC-6624-B7C8-FF1E-1B64A15D2285}"/>
              </a:ext>
            </a:extLst>
          </p:cNvPr>
          <p:cNvSpPr txBox="1"/>
          <p:nvPr/>
        </p:nvSpPr>
        <p:spPr>
          <a:xfrm>
            <a:off x="5727032" y="3769761"/>
            <a:ext cx="1395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view_data_original</a:t>
            </a:r>
            <a:endParaRPr lang="en-US" sz="1200" dirty="0"/>
          </a:p>
        </p:txBody>
      </p:sp>
      <p:sp>
        <p:nvSpPr>
          <p:cNvPr id="106" name="Segno di sottrazione 105">
            <a:extLst>
              <a:ext uri="{FF2B5EF4-FFF2-40B4-BE49-F238E27FC236}">
                <a16:creationId xmlns:a16="http://schemas.microsoft.com/office/drawing/2014/main" id="{7D14F7D8-9270-152D-121F-10ECA4ED74DD}"/>
              </a:ext>
            </a:extLst>
          </p:cNvPr>
          <p:cNvSpPr/>
          <p:nvPr/>
        </p:nvSpPr>
        <p:spPr>
          <a:xfrm>
            <a:off x="5526505" y="3683762"/>
            <a:ext cx="1780674" cy="167759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Segno di sottrazione 106">
            <a:extLst>
              <a:ext uri="{FF2B5EF4-FFF2-40B4-BE49-F238E27FC236}">
                <a16:creationId xmlns:a16="http://schemas.microsoft.com/office/drawing/2014/main" id="{ECBF9AAA-32C8-5540-7E6C-631D3EF36D99}"/>
              </a:ext>
            </a:extLst>
          </p:cNvPr>
          <p:cNvSpPr/>
          <p:nvPr/>
        </p:nvSpPr>
        <p:spPr>
          <a:xfrm>
            <a:off x="5526505" y="4003921"/>
            <a:ext cx="1780674" cy="167759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Connettore 2 107">
            <a:extLst>
              <a:ext uri="{FF2B5EF4-FFF2-40B4-BE49-F238E27FC236}">
                <a16:creationId xmlns:a16="http://schemas.microsoft.com/office/drawing/2014/main" id="{79493E54-0B0E-913C-59E9-958322A60796}"/>
              </a:ext>
            </a:extLst>
          </p:cNvPr>
          <p:cNvCxnSpPr>
            <a:cxnSpLocks/>
            <a:stCxn id="102" idx="6"/>
            <a:endCxn id="105" idx="1"/>
          </p:cNvCxnSpPr>
          <p:nvPr/>
        </p:nvCxnSpPr>
        <p:spPr>
          <a:xfrm>
            <a:off x="3984235" y="2664802"/>
            <a:ext cx="1742797" cy="1243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e 108">
            <a:extLst>
              <a:ext uri="{FF2B5EF4-FFF2-40B4-BE49-F238E27FC236}">
                <a16:creationId xmlns:a16="http://schemas.microsoft.com/office/drawing/2014/main" id="{66F4C12C-063D-2900-746F-64675C5CB475}"/>
              </a:ext>
            </a:extLst>
          </p:cNvPr>
          <p:cNvSpPr/>
          <p:nvPr/>
        </p:nvSpPr>
        <p:spPr>
          <a:xfrm>
            <a:off x="3709736" y="4384601"/>
            <a:ext cx="1451812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Humidity interpolation</a:t>
            </a:r>
            <a:endParaRPr lang="en-US" sz="1200" dirty="0"/>
          </a:p>
        </p:txBody>
      </p:sp>
      <p:cxnSp>
        <p:nvCxnSpPr>
          <p:cNvPr id="110" name="Connettore 2 109">
            <a:extLst>
              <a:ext uri="{FF2B5EF4-FFF2-40B4-BE49-F238E27FC236}">
                <a16:creationId xmlns:a16="http://schemas.microsoft.com/office/drawing/2014/main" id="{0BBD4DAB-735F-7914-148E-5BFE127EB9F3}"/>
              </a:ext>
            </a:extLst>
          </p:cNvPr>
          <p:cNvCxnSpPr>
            <a:cxnSpLocks/>
            <a:stCxn id="105" idx="1"/>
            <a:endCxn id="109" idx="6"/>
          </p:cNvCxnSpPr>
          <p:nvPr/>
        </p:nvCxnSpPr>
        <p:spPr>
          <a:xfrm flipH="1">
            <a:off x="5161548" y="3908261"/>
            <a:ext cx="565484" cy="755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CF6DAD34-D8CE-B4FB-EB58-29378D95413C}"/>
              </a:ext>
            </a:extLst>
          </p:cNvPr>
          <p:cNvSpPr txBox="1"/>
          <p:nvPr/>
        </p:nvSpPr>
        <p:spPr>
          <a:xfrm>
            <a:off x="5759115" y="4749833"/>
            <a:ext cx="1363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data_interpolated</a:t>
            </a:r>
            <a:endParaRPr lang="en-US" sz="1200" dirty="0"/>
          </a:p>
        </p:txBody>
      </p:sp>
      <p:sp>
        <p:nvSpPr>
          <p:cNvPr id="112" name="Segno di sottrazione 111">
            <a:extLst>
              <a:ext uri="{FF2B5EF4-FFF2-40B4-BE49-F238E27FC236}">
                <a16:creationId xmlns:a16="http://schemas.microsoft.com/office/drawing/2014/main" id="{28890A6D-30AC-F31E-B5E9-CDE96C780177}"/>
              </a:ext>
            </a:extLst>
          </p:cNvPr>
          <p:cNvSpPr/>
          <p:nvPr/>
        </p:nvSpPr>
        <p:spPr>
          <a:xfrm>
            <a:off x="5526505" y="4663834"/>
            <a:ext cx="1780674" cy="167759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Segno di sottrazione 112">
            <a:extLst>
              <a:ext uri="{FF2B5EF4-FFF2-40B4-BE49-F238E27FC236}">
                <a16:creationId xmlns:a16="http://schemas.microsoft.com/office/drawing/2014/main" id="{E83AA879-9EAD-F6C1-2381-E1A3E60A140B}"/>
              </a:ext>
            </a:extLst>
          </p:cNvPr>
          <p:cNvSpPr/>
          <p:nvPr/>
        </p:nvSpPr>
        <p:spPr>
          <a:xfrm>
            <a:off x="5526505" y="4983993"/>
            <a:ext cx="1780674" cy="167759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Connettore 2 113">
            <a:extLst>
              <a:ext uri="{FF2B5EF4-FFF2-40B4-BE49-F238E27FC236}">
                <a16:creationId xmlns:a16="http://schemas.microsoft.com/office/drawing/2014/main" id="{4B447DDE-CADE-B03F-E695-5C9311583007}"/>
              </a:ext>
            </a:extLst>
          </p:cNvPr>
          <p:cNvCxnSpPr>
            <a:cxnSpLocks/>
            <a:stCxn id="109" idx="6"/>
            <a:endCxn id="111" idx="1"/>
          </p:cNvCxnSpPr>
          <p:nvPr/>
        </p:nvCxnSpPr>
        <p:spPr>
          <a:xfrm>
            <a:off x="5161548" y="4663834"/>
            <a:ext cx="597567" cy="224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e 114">
            <a:extLst>
              <a:ext uri="{FF2B5EF4-FFF2-40B4-BE49-F238E27FC236}">
                <a16:creationId xmlns:a16="http://schemas.microsoft.com/office/drawing/2014/main" id="{9388EB1A-DEC9-07AB-9BF2-0B8C91613DD3}"/>
              </a:ext>
            </a:extLst>
          </p:cNvPr>
          <p:cNvSpPr/>
          <p:nvPr/>
        </p:nvSpPr>
        <p:spPr>
          <a:xfrm>
            <a:off x="7672136" y="4105368"/>
            <a:ext cx="1507959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Irrigation scheduler</a:t>
            </a:r>
            <a:endParaRPr lang="en-US" sz="1200" dirty="0"/>
          </a:p>
        </p:txBody>
      </p:sp>
      <p:cxnSp>
        <p:nvCxnSpPr>
          <p:cNvPr id="116" name="Connettore 2 115">
            <a:extLst>
              <a:ext uri="{FF2B5EF4-FFF2-40B4-BE49-F238E27FC236}">
                <a16:creationId xmlns:a16="http://schemas.microsoft.com/office/drawing/2014/main" id="{006F33A7-F2AE-7977-2CD9-ABA8FFB5A25E}"/>
              </a:ext>
            </a:extLst>
          </p:cNvPr>
          <p:cNvCxnSpPr>
            <a:cxnSpLocks/>
            <a:stCxn id="105" idx="3"/>
            <a:endCxn id="2" idx="2"/>
          </p:cNvCxnSpPr>
          <p:nvPr/>
        </p:nvCxnSpPr>
        <p:spPr>
          <a:xfrm flipV="1">
            <a:off x="7122696" y="3222978"/>
            <a:ext cx="548638" cy="685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ttore 2 116">
            <a:extLst>
              <a:ext uri="{FF2B5EF4-FFF2-40B4-BE49-F238E27FC236}">
                <a16:creationId xmlns:a16="http://schemas.microsoft.com/office/drawing/2014/main" id="{8F8E77F9-725F-516D-8B7D-6CA43E654A3C}"/>
              </a:ext>
            </a:extLst>
          </p:cNvPr>
          <p:cNvCxnSpPr>
            <a:cxnSpLocks/>
            <a:stCxn id="111" idx="3"/>
            <a:endCxn id="115" idx="2"/>
          </p:cNvCxnSpPr>
          <p:nvPr/>
        </p:nvCxnSpPr>
        <p:spPr>
          <a:xfrm flipV="1">
            <a:off x="7122696" y="4384601"/>
            <a:ext cx="549440" cy="503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asellaDiTesto 117">
            <a:extLst>
              <a:ext uri="{FF2B5EF4-FFF2-40B4-BE49-F238E27FC236}">
                <a16:creationId xmlns:a16="http://schemas.microsoft.com/office/drawing/2014/main" id="{535CD089-5F77-13C0-2B0C-DAF8E1522B5B}"/>
              </a:ext>
            </a:extLst>
          </p:cNvPr>
          <p:cNvSpPr txBox="1"/>
          <p:nvPr/>
        </p:nvSpPr>
        <p:spPr>
          <a:xfrm>
            <a:off x="9825788" y="3769761"/>
            <a:ext cx="1363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watering_advice</a:t>
            </a:r>
            <a:endParaRPr lang="en-US" sz="1200" dirty="0"/>
          </a:p>
        </p:txBody>
      </p:sp>
      <p:sp>
        <p:nvSpPr>
          <p:cNvPr id="119" name="Segno di sottrazione 118">
            <a:extLst>
              <a:ext uri="{FF2B5EF4-FFF2-40B4-BE49-F238E27FC236}">
                <a16:creationId xmlns:a16="http://schemas.microsoft.com/office/drawing/2014/main" id="{8308F73A-3367-1B48-A624-13B8DF7C60FF}"/>
              </a:ext>
            </a:extLst>
          </p:cNvPr>
          <p:cNvSpPr/>
          <p:nvPr/>
        </p:nvSpPr>
        <p:spPr>
          <a:xfrm>
            <a:off x="9545052" y="3683762"/>
            <a:ext cx="1780674" cy="167759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Segno di sottrazione 119">
            <a:extLst>
              <a:ext uri="{FF2B5EF4-FFF2-40B4-BE49-F238E27FC236}">
                <a16:creationId xmlns:a16="http://schemas.microsoft.com/office/drawing/2014/main" id="{40D85414-5D10-2B6C-987E-99282FAC53F3}"/>
              </a:ext>
            </a:extLst>
          </p:cNvPr>
          <p:cNvSpPr/>
          <p:nvPr/>
        </p:nvSpPr>
        <p:spPr>
          <a:xfrm>
            <a:off x="9545052" y="4003921"/>
            <a:ext cx="1780674" cy="167759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4B74C0C4-BFD5-8179-AE66-ABC610A7C2D8}"/>
              </a:ext>
            </a:extLst>
          </p:cNvPr>
          <p:cNvSpPr/>
          <p:nvPr/>
        </p:nvSpPr>
        <p:spPr>
          <a:xfrm>
            <a:off x="9825789" y="4662285"/>
            <a:ext cx="1267328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Field valve</a:t>
            </a:r>
            <a:endParaRPr lang="en-US" sz="1200" dirty="0"/>
          </a:p>
        </p:txBody>
      </p:sp>
      <p:cxnSp>
        <p:nvCxnSpPr>
          <p:cNvPr id="122" name="Connettore 2 121">
            <a:extLst>
              <a:ext uri="{FF2B5EF4-FFF2-40B4-BE49-F238E27FC236}">
                <a16:creationId xmlns:a16="http://schemas.microsoft.com/office/drawing/2014/main" id="{B4D9B658-492D-49C4-D605-B07A6FC21CF2}"/>
              </a:ext>
            </a:extLst>
          </p:cNvPr>
          <p:cNvCxnSpPr>
            <a:stCxn id="115" idx="6"/>
            <a:endCxn id="118" idx="1"/>
          </p:cNvCxnSpPr>
          <p:nvPr/>
        </p:nvCxnSpPr>
        <p:spPr>
          <a:xfrm flipV="1">
            <a:off x="9180095" y="3908261"/>
            <a:ext cx="645693" cy="476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ttore 2 122">
            <a:extLst>
              <a:ext uri="{FF2B5EF4-FFF2-40B4-BE49-F238E27FC236}">
                <a16:creationId xmlns:a16="http://schemas.microsoft.com/office/drawing/2014/main" id="{1E5031EC-9847-351C-F95A-51BC6D4DC228}"/>
              </a:ext>
            </a:extLst>
          </p:cNvPr>
          <p:cNvCxnSpPr>
            <a:stCxn id="115" idx="6"/>
            <a:endCxn id="121" idx="1"/>
          </p:cNvCxnSpPr>
          <p:nvPr/>
        </p:nvCxnSpPr>
        <p:spPr>
          <a:xfrm>
            <a:off x="9180095" y="4384601"/>
            <a:ext cx="645694" cy="384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CasellaDiTesto 123">
            <a:extLst>
              <a:ext uri="{FF2B5EF4-FFF2-40B4-BE49-F238E27FC236}">
                <a16:creationId xmlns:a16="http://schemas.microsoft.com/office/drawing/2014/main" id="{7AA14037-23EA-F586-7B50-9A541BD9006B}"/>
              </a:ext>
            </a:extLst>
          </p:cNvPr>
          <p:cNvSpPr txBox="1"/>
          <p:nvPr/>
        </p:nvSpPr>
        <p:spPr>
          <a:xfrm>
            <a:off x="6705994" y="3211029"/>
            <a:ext cx="94929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weather data,</a:t>
            </a:r>
            <a:br>
              <a:rPr lang="en-US" sz="1050" dirty="0"/>
            </a:br>
            <a:r>
              <a:rPr lang="en-US" sz="1050" dirty="0"/>
              <a:t>field data</a:t>
            </a:r>
          </a:p>
        </p:txBody>
      </p:sp>
      <p:sp>
        <p:nvSpPr>
          <p:cNvPr id="125" name="CasellaDiTesto 124">
            <a:extLst>
              <a:ext uri="{FF2B5EF4-FFF2-40B4-BE49-F238E27FC236}">
                <a16:creationId xmlns:a16="http://schemas.microsoft.com/office/drawing/2014/main" id="{B6604137-862E-82B6-FE68-165BA482F663}"/>
              </a:ext>
            </a:extLst>
          </p:cNvPr>
          <p:cNvSpPr txBox="1"/>
          <p:nvPr/>
        </p:nvSpPr>
        <p:spPr>
          <a:xfrm>
            <a:off x="7196685" y="4748888"/>
            <a:ext cx="94929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moisture data</a:t>
            </a:r>
          </a:p>
        </p:txBody>
      </p:sp>
      <p:sp>
        <p:nvSpPr>
          <p:cNvPr id="126" name="CasellaDiTesto 125">
            <a:extLst>
              <a:ext uri="{FF2B5EF4-FFF2-40B4-BE49-F238E27FC236}">
                <a16:creationId xmlns:a16="http://schemas.microsoft.com/office/drawing/2014/main" id="{61AED10E-9953-8346-E41F-9638FC86A939}"/>
              </a:ext>
            </a:extLst>
          </p:cNvPr>
          <p:cNvSpPr txBox="1"/>
          <p:nvPr/>
        </p:nvSpPr>
        <p:spPr>
          <a:xfrm>
            <a:off x="794084" y="457200"/>
            <a:ext cx="2077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Watering DFD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2F8484B6-0550-AC24-00B4-857240ACB5B5}"/>
              </a:ext>
            </a:extLst>
          </p:cNvPr>
          <p:cNvSpPr/>
          <p:nvPr/>
        </p:nvSpPr>
        <p:spPr>
          <a:xfrm>
            <a:off x="7671334" y="2943745"/>
            <a:ext cx="1507959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Dashboarding</a:t>
            </a:r>
            <a:endParaRPr lang="en-US" sz="120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D17B0F1-5698-4F3D-004E-981FBFB5E4D6}"/>
              </a:ext>
            </a:extLst>
          </p:cNvPr>
          <p:cNvSpPr/>
          <p:nvPr/>
        </p:nvSpPr>
        <p:spPr>
          <a:xfrm>
            <a:off x="9825788" y="2805591"/>
            <a:ext cx="1267328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Agronomist</a:t>
            </a:r>
            <a:endParaRPr lang="en-US" sz="1200" dirty="0"/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9A79F976-ACFE-3BB0-2364-BB5557C723F6}"/>
              </a:ext>
            </a:extLst>
          </p:cNvPr>
          <p:cNvCxnSpPr>
            <a:cxnSpLocks/>
            <a:stCxn id="111" idx="3"/>
            <a:endCxn id="2" idx="2"/>
          </p:cNvCxnSpPr>
          <p:nvPr/>
        </p:nvCxnSpPr>
        <p:spPr>
          <a:xfrm flipV="1">
            <a:off x="7122696" y="3222978"/>
            <a:ext cx="548638" cy="1665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2A0DB8C1-4436-29D1-4DE1-39EDA64DD843}"/>
              </a:ext>
            </a:extLst>
          </p:cNvPr>
          <p:cNvCxnSpPr>
            <a:stCxn id="2" idx="6"/>
            <a:endCxn id="4" idx="1"/>
          </p:cNvCxnSpPr>
          <p:nvPr/>
        </p:nvCxnSpPr>
        <p:spPr>
          <a:xfrm flipV="1">
            <a:off x="9179293" y="2912372"/>
            <a:ext cx="646495" cy="31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tangolo 12">
            <a:extLst>
              <a:ext uri="{FF2B5EF4-FFF2-40B4-BE49-F238E27FC236}">
                <a16:creationId xmlns:a16="http://schemas.microsoft.com/office/drawing/2014/main" id="{3A2D6FBF-2027-3189-04BC-B2EE924145B3}"/>
              </a:ext>
            </a:extLst>
          </p:cNvPr>
          <p:cNvSpPr/>
          <p:nvPr/>
        </p:nvSpPr>
        <p:spPr>
          <a:xfrm>
            <a:off x="9825788" y="3156695"/>
            <a:ext cx="1267328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Researcher</a:t>
            </a:r>
            <a:endParaRPr lang="en-US" sz="1200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7C7771EF-00B9-0278-0F8B-BAA6B1652097}"/>
              </a:ext>
            </a:extLst>
          </p:cNvPr>
          <p:cNvCxnSpPr>
            <a:cxnSpLocks/>
            <a:stCxn id="2" idx="6"/>
            <a:endCxn id="13" idx="1"/>
          </p:cNvCxnSpPr>
          <p:nvPr/>
        </p:nvCxnSpPr>
        <p:spPr>
          <a:xfrm>
            <a:off x="9179293" y="3222978"/>
            <a:ext cx="646495" cy="4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FFB0205-81B9-877F-FFE3-482D8811A73B}"/>
              </a:ext>
            </a:extLst>
          </p:cNvPr>
          <p:cNvSpPr txBox="1"/>
          <p:nvPr/>
        </p:nvSpPr>
        <p:spPr>
          <a:xfrm>
            <a:off x="7397015" y="3705910"/>
            <a:ext cx="94929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moisture data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04F97468-709E-5EC2-6069-0278BBFF0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975903"/>
              </p:ext>
            </p:extLst>
          </p:nvPr>
        </p:nvGraphicFramePr>
        <p:xfrm>
          <a:off x="2987302" y="161274"/>
          <a:ext cx="1558092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50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773742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146429">
                <a:tc>
                  <a:txBody>
                    <a:bodyPr/>
                    <a:lstStyle/>
                    <a:p>
                      <a:r>
                        <a:rPr lang="en-US" sz="7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Ingestion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Recurrent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Temporal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E60D3B54-A7FD-4D6C-4FFB-4FC6CBA3B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052112"/>
              </p:ext>
            </p:extLst>
          </p:nvPr>
        </p:nvGraphicFramePr>
        <p:xfrm>
          <a:off x="332939" y="2406196"/>
          <a:ext cx="155809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50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773742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Processing/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Recurrent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Temporal 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734C1E93-FB7F-CB39-8E78-953847D64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200441"/>
              </p:ext>
            </p:extLst>
          </p:nvPr>
        </p:nvGraphicFramePr>
        <p:xfrm>
          <a:off x="3656596" y="5026832"/>
          <a:ext cx="1558092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50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773742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Recurrent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Temporal</a:t>
                      </a:r>
                      <a:br>
                        <a:rPr lang="en-US" sz="600" dirty="0"/>
                      </a:br>
                      <a:r>
                        <a:rPr lang="en-US" sz="6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D96FA1D-20D2-5E27-148F-82A6B6D57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846794"/>
              </p:ext>
            </p:extLst>
          </p:nvPr>
        </p:nvGraphicFramePr>
        <p:xfrm>
          <a:off x="8158573" y="1275272"/>
          <a:ext cx="1364646" cy="1601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969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677677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190910">
                <a:tc>
                  <a:txBody>
                    <a:bodyPr/>
                    <a:lstStyle/>
                    <a:p>
                      <a:r>
                        <a:rPr lang="en-US" sz="7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Exploitation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305456">
                <a:tc>
                  <a:txBody>
                    <a:bodyPr/>
                    <a:lstStyle/>
                    <a:p>
                      <a:r>
                        <a:rPr lang="en-US" sz="7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ExploitationType</a:t>
                      </a:r>
                      <a:endParaRPr lang="en-US" sz="700" dirty="0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Presentation</a:t>
                      </a:r>
                      <a:endParaRPr lang="en-US" sz="700" dirty="0"/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495239"/>
                  </a:ext>
                </a:extLst>
              </a:tr>
              <a:tr h="190910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90910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90910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90910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305456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Temporal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CE2B314C-32B7-7964-C817-C47A59914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637450"/>
              </p:ext>
            </p:extLst>
          </p:nvPr>
        </p:nvGraphicFramePr>
        <p:xfrm>
          <a:off x="7671334" y="5002804"/>
          <a:ext cx="1987018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272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986746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Exploitation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ExploitationType</a:t>
                      </a:r>
                      <a:endParaRPr lang="en-US" sz="7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Operational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93343"/>
                  </a:ext>
                </a:extLst>
              </a:tr>
              <a:tr h="19271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Recurrent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Temporal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grpSp>
        <p:nvGrpSpPr>
          <p:cNvPr id="12" name="Gruppo 11">
            <a:extLst>
              <a:ext uri="{FF2B5EF4-FFF2-40B4-BE49-F238E27FC236}">
                <a16:creationId xmlns:a16="http://schemas.microsoft.com/office/drawing/2014/main" id="{04E5FA51-A32A-DFC5-1640-0A72776E1645}"/>
              </a:ext>
            </a:extLst>
          </p:cNvPr>
          <p:cNvGrpSpPr/>
          <p:nvPr/>
        </p:nvGrpSpPr>
        <p:grpSpPr>
          <a:xfrm>
            <a:off x="3193330" y="3615247"/>
            <a:ext cx="1694949" cy="489811"/>
            <a:chOff x="5729038" y="2781339"/>
            <a:chExt cx="1694949" cy="489811"/>
          </a:xfrm>
        </p:grpSpPr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B5002FB3-37E3-1E94-311E-1FB3CCC01A9F}"/>
                </a:ext>
              </a:extLst>
            </p:cNvPr>
            <p:cNvSpPr txBox="1"/>
            <p:nvPr/>
          </p:nvSpPr>
          <p:spPr>
            <a:xfrm>
              <a:off x="5835818" y="2869230"/>
              <a:ext cx="15881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transcoding_sensor</a:t>
              </a:r>
              <a:endParaRPr lang="en-US" sz="1200" dirty="0"/>
            </a:p>
          </p:txBody>
        </p:sp>
        <p:sp>
          <p:nvSpPr>
            <p:cNvPr id="19" name="Segno di sottrazione 18">
              <a:extLst>
                <a:ext uri="{FF2B5EF4-FFF2-40B4-BE49-F238E27FC236}">
                  <a16:creationId xmlns:a16="http://schemas.microsoft.com/office/drawing/2014/main" id="{6FE09D2F-D10B-F50D-9C98-58749F38E9F7}"/>
                </a:ext>
              </a:extLst>
            </p:cNvPr>
            <p:cNvSpPr/>
            <p:nvPr/>
          </p:nvSpPr>
          <p:spPr>
            <a:xfrm>
              <a:off x="5729038" y="2781339"/>
              <a:ext cx="1602208" cy="169652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egno di sottrazione 19">
              <a:extLst>
                <a:ext uri="{FF2B5EF4-FFF2-40B4-BE49-F238E27FC236}">
                  <a16:creationId xmlns:a16="http://schemas.microsoft.com/office/drawing/2014/main" id="{2324F942-7F4D-562C-EA5A-1580BB48410A}"/>
                </a:ext>
              </a:extLst>
            </p:cNvPr>
            <p:cNvSpPr/>
            <p:nvPr/>
          </p:nvSpPr>
          <p:spPr>
            <a:xfrm>
              <a:off x="5729038" y="3101498"/>
              <a:ext cx="1602208" cy="169652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197E5AC-89B8-BF3C-AB2B-8B55909F9CC1}"/>
              </a:ext>
            </a:extLst>
          </p:cNvPr>
          <p:cNvCxnSpPr>
            <a:cxnSpLocks/>
            <a:stCxn id="19" idx="3"/>
            <a:endCxn id="102" idx="4"/>
          </p:cNvCxnSpPr>
          <p:nvPr/>
        </p:nvCxnSpPr>
        <p:spPr>
          <a:xfrm flipH="1" flipV="1">
            <a:off x="3326508" y="2944035"/>
            <a:ext cx="667926" cy="736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A6E1D48-F737-3D98-76CF-56E19129AB9C}"/>
              </a:ext>
            </a:extLst>
          </p:cNvPr>
          <p:cNvSpPr txBox="1"/>
          <p:nvPr/>
        </p:nvSpPr>
        <p:spPr>
          <a:xfrm>
            <a:off x="5727032" y="5350526"/>
            <a:ext cx="1363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Humidity_bins</a:t>
            </a:r>
            <a:endParaRPr lang="en-US" sz="1200" dirty="0"/>
          </a:p>
        </p:txBody>
      </p:sp>
      <p:sp>
        <p:nvSpPr>
          <p:cNvPr id="25" name="Segno di sottrazione 24">
            <a:extLst>
              <a:ext uri="{FF2B5EF4-FFF2-40B4-BE49-F238E27FC236}">
                <a16:creationId xmlns:a16="http://schemas.microsoft.com/office/drawing/2014/main" id="{F220C033-D860-4BA9-879B-E094E1C87D44}"/>
              </a:ext>
            </a:extLst>
          </p:cNvPr>
          <p:cNvSpPr/>
          <p:nvPr/>
        </p:nvSpPr>
        <p:spPr>
          <a:xfrm>
            <a:off x="5494422" y="5264527"/>
            <a:ext cx="1780674" cy="167759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egno di sottrazione 25">
            <a:extLst>
              <a:ext uri="{FF2B5EF4-FFF2-40B4-BE49-F238E27FC236}">
                <a16:creationId xmlns:a16="http://schemas.microsoft.com/office/drawing/2014/main" id="{6C9F8E9D-3822-7451-43FB-F46EF635FC26}"/>
              </a:ext>
            </a:extLst>
          </p:cNvPr>
          <p:cNvSpPr/>
          <p:nvPr/>
        </p:nvSpPr>
        <p:spPr>
          <a:xfrm>
            <a:off x="5494422" y="5584686"/>
            <a:ext cx="1780674" cy="167759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3FF6F7D5-A1FA-1464-923A-9E894285E427}"/>
              </a:ext>
            </a:extLst>
          </p:cNvPr>
          <p:cNvCxnSpPr>
            <a:cxnSpLocks/>
            <a:stCxn id="109" idx="6"/>
            <a:endCxn id="24" idx="1"/>
          </p:cNvCxnSpPr>
          <p:nvPr/>
        </p:nvCxnSpPr>
        <p:spPr>
          <a:xfrm>
            <a:off x="5161548" y="4663834"/>
            <a:ext cx="565484" cy="825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9329ACBD-431A-2512-AB4A-984C1F40C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786380"/>
              </p:ext>
            </p:extLst>
          </p:nvPr>
        </p:nvGraphicFramePr>
        <p:xfrm>
          <a:off x="10099607" y="895720"/>
          <a:ext cx="1987018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272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986746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Exploitation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ExploitationType</a:t>
                      </a:r>
                      <a:endParaRPr lang="en-US" sz="7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Presentation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93343"/>
                  </a:ext>
                </a:extLst>
              </a:tr>
              <a:tr h="19271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Temporal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sp>
        <p:nvSpPr>
          <p:cNvPr id="35" name="Ovale 34">
            <a:extLst>
              <a:ext uri="{FF2B5EF4-FFF2-40B4-BE49-F238E27FC236}">
                <a16:creationId xmlns:a16="http://schemas.microsoft.com/office/drawing/2014/main" id="{B336B4B3-43AD-A12A-1B7C-E0A82679DE04}"/>
              </a:ext>
            </a:extLst>
          </p:cNvPr>
          <p:cNvSpPr/>
          <p:nvPr/>
        </p:nvSpPr>
        <p:spPr>
          <a:xfrm>
            <a:off x="5342735" y="2103232"/>
            <a:ext cx="1315454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 pressure data</a:t>
            </a:r>
            <a:endParaRPr lang="en-US" sz="1200" dirty="0"/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FEF20B99-48BD-8530-C09C-9B3330F0F1B7}"/>
              </a:ext>
            </a:extLst>
          </p:cNvPr>
          <p:cNvCxnSpPr>
            <a:cxnSpLocks/>
            <a:stCxn id="35" idx="4"/>
            <a:endCxn id="106" idx="3"/>
          </p:cNvCxnSpPr>
          <p:nvPr/>
        </p:nvCxnSpPr>
        <p:spPr>
          <a:xfrm>
            <a:off x="6000462" y="2661698"/>
            <a:ext cx="416380" cy="1086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tangolo 40">
            <a:extLst>
              <a:ext uri="{FF2B5EF4-FFF2-40B4-BE49-F238E27FC236}">
                <a16:creationId xmlns:a16="http://schemas.microsoft.com/office/drawing/2014/main" id="{2BCFCE78-8C0E-E758-C095-FCB0A9500284}"/>
              </a:ext>
            </a:extLst>
          </p:cNvPr>
          <p:cNvSpPr/>
          <p:nvPr/>
        </p:nvSpPr>
        <p:spPr>
          <a:xfrm>
            <a:off x="5783178" y="502176"/>
            <a:ext cx="1267328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Field valve</a:t>
            </a:r>
            <a:endParaRPr lang="en-US" sz="1200" dirty="0"/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8D3BA04A-5AE2-4C40-D125-70847813A696}"/>
              </a:ext>
            </a:extLst>
          </p:cNvPr>
          <p:cNvCxnSpPr>
            <a:cxnSpLocks/>
            <a:stCxn id="41" idx="2"/>
            <a:endCxn id="35" idx="0"/>
          </p:cNvCxnSpPr>
          <p:nvPr/>
        </p:nvCxnSpPr>
        <p:spPr>
          <a:xfrm flipH="1">
            <a:off x="6000462" y="715737"/>
            <a:ext cx="416380" cy="1387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ella 51">
            <a:extLst>
              <a:ext uri="{FF2B5EF4-FFF2-40B4-BE49-F238E27FC236}">
                <a16:creationId xmlns:a16="http://schemas.microsoft.com/office/drawing/2014/main" id="{14AAA673-3860-2EE4-82C2-F218C4E11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267078"/>
              </p:ext>
            </p:extLst>
          </p:nvPr>
        </p:nvGraphicFramePr>
        <p:xfrm>
          <a:off x="6456675" y="858870"/>
          <a:ext cx="1558092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50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773742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146429">
                <a:tc>
                  <a:txBody>
                    <a:bodyPr/>
                    <a:lstStyle/>
                    <a:p>
                      <a:r>
                        <a:rPr lang="en-US" sz="7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Ingestion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Recurrent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Temporal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977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46606C3-40B0-F528-6C11-62EB4CB10B43}"/>
              </a:ext>
            </a:extLst>
          </p:cNvPr>
          <p:cNvSpPr/>
          <p:nvPr/>
        </p:nvSpPr>
        <p:spPr>
          <a:xfrm>
            <a:off x="2021305" y="1142003"/>
            <a:ext cx="1251285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Weather station</a:t>
            </a:r>
            <a:endParaRPr lang="en-US" sz="120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915ACD2-9798-D2C6-38AC-61CD41F31BFC}"/>
              </a:ext>
            </a:extLst>
          </p:cNvPr>
          <p:cNvSpPr/>
          <p:nvPr/>
        </p:nvSpPr>
        <p:spPr>
          <a:xfrm>
            <a:off x="2021305" y="1486908"/>
            <a:ext cx="1251285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Moisture sensors</a:t>
            </a:r>
            <a:endParaRPr lang="en-US" sz="1200" dirty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9BF6DBBB-B968-4EC8-5B7D-8905049DAFBB}"/>
              </a:ext>
            </a:extLst>
          </p:cNvPr>
          <p:cNvSpPr/>
          <p:nvPr/>
        </p:nvSpPr>
        <p:spPr>
          <a:xfrm>
            <a:off x="3810000" y="1142003"/>
            <a:ext cx="1251285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</a:t>
            </a:r>
            <a:endParaRPr lang="en-US" sz="1200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668A445-851E-6718-97F4-7541F8AB0D95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>
            <a:off x="3272590" y="1248784"/>
            <a:ext cx="537410" cy="172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BBF3459-2059-D2BE-BDB4-85DB315D9D62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 flipV="1">
            <a:off x="3272590" y="1421236"/>
            <a:ext cx="537410" cy="172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45DF41F-8BD4-CBC2-8D6F-20D9B0D71205}"/>
              </a:ext>
            </a:extLst>
          </p:cNvPr>
          <p:cNvCxnSpPr>
            <a:cxnSpLocks/>
            <a:stCxn id="6" idx="6"/>
            <a:endCxn id="9" idx="1"/>
          </p:cNvCxnSpPr>
          <p:nvPr/>
        </p:nvCxnSpPr>
        <p:spPr>
          <a:xfrm flipV="1">
            <a:off x="5061285" y="1414307"/>
            <a:ext cx="1026691" cy="6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2AD0CAB-1672-14B7-30A7-56A6BD588EA3}"/>
              </a:ext>
            </a:extLst>
          </p:cNvPr>
          <p:cNvSpPr txBox="1"/>
          <p:nvPr/>
        </p:nvSpPr>
        <p:spPr>
          <a:xfrm>
            <a:off x="9878834" y="1050696"/>
            <a:ext cx="1588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transcoding_field</a:t>
            </a:r>
            <a:endParaRPr lang="en-US" sz="1200" dirty="0"/>
          </a:p>
        </p:txBody>
      </p:sp>
      <p:sp>
        <p:nvSpPr>
          <p:cNvPr id="14" name="Segno di sottrazione 13">
            <a:extLst>
              <a:ext uri="{FF2B5EF4-FFF2-40B4-BE49-F238E27FC236}">
                <a16:creationId xmlns:a16="http://schemas.microsoft.com/office/drawing/2014/main" id="{26BE3775-9278-9C18-63CD-004375E949BE}"/>
              </a:ext>
            </a:extLst>
          </p:cNvPr>
          <p:cNvSpPr/>
          <p:nvPr/>
        </p:nvSpPr>
        <p:spPr>
          <a:xfrm>
            <a:off x="9781578" y="955037"/>
            <a:ext cx="1460831" cy="177420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egno di sottrazione 14">
            <a:extLst>
              <a:ext uri="{FF2B5EF4-FFF2-40B4-BE49-F238E27FC236}">
                <a16:creationId xmlns:a16="http://schemas.microsoft.com/office/drawing/2014/main" id="{169DE240-865E-DDE2-9D2F-5AA622400823}"/>
              </a:ext>
            </a:extLst>
          </p:cNvPr>
          <p:cNvSpPr/>
          <p:nvPr/>
        </p:nvSpPr>
        <p:spPr>
          <a:xfrm>
            <a:off x="9772053" y="1259172"/>
            <a:ext cx="1460831" cy="193443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15328FA6-EA74-C808-A7C7-C164C1F87CCB}"/>
              </a:ext>
            </a:extLst>
          </p:cNvPr>
          <p:cNvSpPr/>
          <p:nvPr/>
        </p:nvSpPr>
        <p:spPr>
          <a:xfrm>
            <a:off x="7752750" y="1037152"/>
            <a:ext cx="1315454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enrichment</a:t>
            </a:r>
            <a:endParaRPr lang="en-US" sz="1200" dirty="0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597276D-2A29-3717-602E-BF9032BF9764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7122696" y="1316385"/>
            <a:ext cx="630054" cy="89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D9D4E22A-B277-29B1-F139-B8566BBAB90B}"/>
              </a:ext>
            </a:extLst>
          </p:cNvPr>
          <p:cNvCxnSpPr>
            <a:cxnSpLocks/>
            <a:stCxn id="13" idx="1"/>
            <a:endCxn id="16" idx="6"/>
          </p:cNvCxnSpPr>
          <p:nvPr/>
        </p:nvCxnSpPr>
        <p:spPr>
          <a:xfrm flipH="1">
            <a:off x="9068204" y="1189196"/>
            <a:ext cx="810630" cy="127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5F88C5FC-3025-6183-C849-3CA9C4C94008}"/>
              </a:ext>
            </a:extLst>
          </p:cNvPr>
          <p:cNvCxnSpPr>
            <a:cxnSpLocks/>
            <a:stCxn id="16" idx="4"/>
            <a:endCxn id="20" idx="3"/>
          </p:cNvCxnSpPr>
          <p:nvPr/>
        </p:nvCxnSpPr>
        <p:spPr>
          <a:xfrm>
            <a:off x="8410477" y="1595618"/>
            <a:ext cx="5206" cy="760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e 22">
            <a:extLst>
              <a:ext uri="{FF2B5EF4-FFF2-40B4-BE49-F238E27FC236}">
                <a16:creationId xmlns:a16="http://schemas.microsoft.com/office/drawing/2014/main" id="{9E6F78BB-DF30-F4B4-B081-BEEF6B3E7EA6}"/>
              </a:ext>
            </a:extLst>
          </p:cNvPr>
          <p:cNvSpPr/>
          <p:nvPr/>
        </p:nvSpPr>
        <p:spPr>
          <a:xfrm>
            <a:off x="3974431" y="3325585"/>
            <a:ext cx="1451812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Humidity interpolation</a:t>
            </a:r>
            <a:endParaRPr lang="en-US" sz="1200" dirty="0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19112692-4313-FFBF-4475-7AC0FC1AAC5E}"/>
              </a:ext>
            </a:extLst>
          </p:cNvPr>
          <p:cNvCxnSpPr>
            <a:cxnSpLocks/>
            <a:stCxn id="19" idx="1"/>
            <a:endCxn id="23" idx="6"/>
          </p:cNvCxnSpPr>
          <p:nvPr/>
        </p:nvCxnSpPr>
        <p:spPr>
          <a:xfrm flipH="1">
            <a:off x="5426243" y="2516385"/>
            <a:ext cx="2299630" cy="1088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A274D1B3-A7BB-5850-2A37-B91139881FF6}"/>
              </a:ext>
            </a:extLst>
          </p:cNvPr>
          <p:cNvCxnSpPr>
            <a:cxnSpLocks/>
            <a:stCxn id="23" idx="6"/>
            <a:endCxn id="25" idx="1"/>
          </p:cNvCxnSpPr>
          <p:nvPr/>
        </p:nvCxnSpPr>
        <p:spPr>
          <a:xfrm>
            <a:off x="5426243" y="3604818"/>
            <a:ext cx="473707" cy="809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e 28">
            <a:extLst>
              <a:ext uri="{FF2B5EF4-FFF2-40B4-BE49-F238E27FC236}">
                <a16:creationId xmlns:a16="http://schemas.microsoft.com/office/drawing/2014/main" id="{6EC91F09-82C3-7012-8CFB-CFEA1E6BCC52}"/>
              </a:ext>
            </a:extLst>
          </p:cNvPr>
          <p:cNvSpPr/>
          <p:nvPr/>
        </p:nvSpPr>
        <p:spPr>
          <a:xfrm>
            <a:off x="8394026" y="4827258"/>
            <a:ext cx="1507959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Irrigation scheduler</a:t>
            </a:r>
            <a:endParaRPr lang="en-US" sz="1200" dirty="0"/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FF761837-2FDC-8935-8BDB-27668855A47D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8432141" y="2838969"/>
            <a:ext cx="715063" cy="826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4C2304BD-CDB3-7B90-8158-E4D70B939A22}"/>
              </a:ext>
            </a:extLst>
          </p:cNvPr>
          <p:cNvCxnSpPr>
            <a:cxnSpLocks/>
            <a:stCxn id="25" idx="3"/>
            <a:endCxn id="29" idx="2"/>
          </p:cNvCxnSpPr>
          <p:nvPr/>
        </p:nvCxnSpPr>
        <p:spPr>
          <a:xfrm>
            <a:off x="7263531" y="4414678"/>
            <a:ext cx="1130495" cy="691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C508D5B-E383-9768-EE7A-B5EDFB181858}"/>
              </a:ext>
            </a:extLst>
          </p:cNvPr>
          <p:cNvSpPr txBox="1"/>
          <p:nvPr/>
        </p:nvSpPr>
        <p:spPr>
          <a:xfrm>
            <a:off x="10547678" y="4491651"/>
            <a:ext cx="1363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watering_advice</a:t>
            </a:r>
            <a:endParaRPr lang="en-US" sz="1200" dirty="0"/>
          </a:p>
        </p:txBody>
      </p:sp>
      <p:sp>
        <p:nvSpPr>
          <p:cNvPr id="33" name="Segno di sottrazione 32">
            <a:extLst>
              <a:ext uri="{FF2B5EF4-FFF2-40B4-BE49-F238E27FC236}">
                <a16:creationId xmlns:a16="http://schemas.microsoft.com/office/drawing/2014/main" id="{A6510259-E092-587E-2D3B-9A27D34ECA99}"/>
              </a:ext>
            </a:extLst>
          </p:cNvPr>
          <p:cNvSpPr/>
          <p:nvPr/>
        </p:nvSpPr>
        <p:spPr>
          <a:xfrm>
            <a:off x="10266942" y="4405652"/>
            <a:ext cx="1780674" cy="167759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egno di sottrazione 33">
            <a:extLst>
              <a:ext uri="{FF2B5EF4-FFF2-40B4-BE49-F238E27FC236}">
                <a16:creationId xmlns:a16="http://schemas.microsoft.com/office/drawing/2014/main" id="{2B6B013C-2F47-E271-96B1-61DA31547FD6}"/>
              </a:ext>
            </a:extLst>
          </p:cNvPr>
          <p:cNvSpPr/>
          <p:nvPr/>
        </p:nvSpPr>
        <p:spPr>
          <a:xfrm>
            <a:off x="10266942" y="4725811"/>
            <a:ext cx="1780674" cy="167759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616512FA-87A0-C499-D922-74C3CEA37D7E}"/>
              </a:ext>
            </a:extLst>
          </p:cNvPr>
          <p:cNvSpPr/>
          <p:nvPr/>
        </p:nvSpPr>
        <p:spPr>
          <a:xfrm>
            <a:off x="10547679" y="5384175"/>
            <a:ext cx="1267328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Field valve</a:t>
            </a:r>
            <a:endParaRPr lang="en-US" sz="1200" dirty="0"/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B8A6B0A1-63EB-BBC8-32E7-E25EFF253A82}"/>
              </a:ext>
            </a:extLst>
          </p:cNvPr>
          <p:cNvCxnSpPr>
            <a:cxnSpLocks/>
            <a:stCxn id="29" idx="6"/>
            <a:endCxn id="32" idx="1"/>
          </p:cNvCxnSpPr>
          <p:nvPr/>
        </p:nvCxnSpPr>
        <p:spPr>
          <a:xfrm flipV="1">
            <a:off x="9901985" y="4630151"/>
            <a:ext cx="645693" cy="476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76DB92AB-6048-6279-40B2-81A171CAB8AA}"/>
              </a:ext>
            </a:extLst>
          </p:cNvPr>
          <p:cNvCxnSpPr>
            <a:cxnSpLocks/>
            <a:stCxn id="29" idx="6"/>
            <a:endCxn id="35" idx="1"/>
          </p:cNvCxnSpPr>
          <p:nvPr/>
        </p:nvCxnSpPr>
        <p:spPr>
          <a:xfrm>
            <a:off x="9901985" y="5106491"/>
            <a:ext cx="645694" cy="384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304C61C4-3845-0013-D55B-9E453F3F40AD}"/>
              </a:ext>
            </a:extLst>
          </p:cNvPr>
          <p:cNvSpPr txBox="1"/>
          <p:nvPr/>
        </p:nvSpPr>
        <p:spPr>
          <a:xfrm>
            <a:off x="7343856" y="3401808"/>
            <a:ext cx="94929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weather data,</a:t>
            </a:r>
            <a:br>
              <a:rPr lang="en-US" sz="1050" dirty="0"/>
            </a:br>
            <a:r>
              <a:rPr lang="en-US" sz="1050" dirty="0"/>
              <a:t>field data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19C00D0-3165-1EC5-99AE-95BA2A9F551E}"/>
              </a:ext>
            </a:extLst>
          </p:cNvPr>
          <p:cNvSpPr txBox="1"/>
          <p:nvPr/>
        </p:nvSpPr>
        <p:spPr>
          <a:xfrm>
            <a:off x="7918575" y="5470778"/>
            <a:ext cx="94929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moisture data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CE848B4D-0F26-EACB-ECFB-2606936101A6}"/>
              </a:ext>
            </a:extLst>
          </p:cNvPr>
          <p:cNvSpPr txBox="1"/>
          <p:nvPr/>
        </p:nvSpPr>
        <p:spPr>
          <a:xfrm>
            <a:off x="248652" y="136358"/>
            <a:ext cx="2077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Watering DFD</a:t>
            </a:r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7E518377-4FEE-5F48-172E-0D7F6C4FFC05}"/>
              </a:ext>
            </a:extLst>
          </p:cNvPr>
          <p:cNvSpPr/>
          <p:nvPr/>
        </p:nvSpPr>
        <p:spPr>
          <a:xfrm>
            <a:off x="8393224" y="3665635"/>
            <a:ext cx="1507959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Dashboarding</a:t>
            </a:r>
            <a:endParaRPr lang="en-US" sz="1200" dirty="0"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E6E0A420-3BED-C31D-D6B0-CEAAECC95404}"/>
              </a:ext>
            </a:extLst>
          </p:cNvPr>
          <p:cNvSpPr/>
          <p:nvPr/>
        </p:nvSpPr>
        <p:spPr>
          <a:xfrm>
            <a:off x="10547678" y="3527481"/>
            <a:ext cx="1267328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Agronomist</a:t>
            </a:r>
            <a:endParaRPr lang="en-US" sz="1200" dirty="0"/>
          </a:p>
        </p:txBody>
      </p: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97E2A515-2C5B-B849-63E6-F7D0AA91A0F1}"/>
              </a:ext>
            </a:extLst>
          </p:cNvPr>
          <p:cNvCxnSpPr>
            <a:cxnSpLocks/>
            <a:stCxn id="25" idx="3"/>
            <a:endCxn id="41" idx="2"/>
          </p:cNvCxnSpPr>
          <p:nvPr/>
        </p:nvCxnSpPr>
        <p:spPr>
          <a:xfrm flipV="1">
            <a:off x="7263531" y="3944868"/>
            <a:ext cx="1129693" cy="469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2065D1A2-A58E-7802-72E3-1A28CFC25D2F}"/>
              </a:ext>
            </a:extLst>
          </p:cNvPr>
          <p:cNvCxnSpPr>
            <a:cxnSpLocks/>
            <a:stCxn id="41" idx="6"/>
            <a:endCxn id="42" idx="1"/>
          </p:cNvCxnSpPr>
          <p:nvPr/>
        </p:nvCxnSpPr>
        <p:spPr>
          <a:xfrm flipV="1">
            <a:off x="9901183" y="3634262"/>
            <a:ext cx="646495" cy="31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ttangolo 44">
            <a:extLst>
              <a:ext uri="{FF2B5EF4-FFF2-40B4-BE49-F238E27FC236}">
                <a16:creationId xmlns:a16="http://schemas.microsoft.com/office/drawing/2014/main" id="{651B4104-E2D2-4004-A1EA-C0613E5558A7}"/>
              </a:ext>
            </a:extLst>
          </p:cNvPr>
          <p:cNvSpPr/>
          <p:nvPr/>
        </p:nvSpPr>
        <p:spPr>
          <a:xfrm>
            <a:off x="10547678" y="3878585"/>
            <a:ext cx="1267328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Researcher</a:t>
            </a:r>
            <a:endParaRPr lang="en-US" sz="1200" dirty="0"/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5A93751E-C25F-9971-BEE2-E18B4CB4E50A}"/>
              </a:ext>
            </a:extLst>
          </p:cNvPr>
          <p:cNvCxnSpPr>
            <a:cxnSpLocks/>
            <a:stCxn id="41" idx="6"/>
            <a:endCxn id="45" idx="1"/>
          </p:cNvCxnSpPr>
          <p:nvPr/>
        </p:nvCxnSpPr>
        <p:spPr>
          <a:xfrm>
            <a:off x="9901183" y="3944868"/>
            <a:ext cx="646495" cy="4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BECD0D6F-C4DB-F7BB-A2FC-62B0220B04F7}"/>
              </a:ext>
            </a:extLst>
          </p:cNvPr>
          <p:cNvSpPr txBox="1"/>
          <p:nvPr/>
        </p:nvSpPr>
        <p:spPr>
          <a:xfrm>
            <a:off x="8118905" y="4427800"/>
            <a:ext cx="94929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moisture data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A8ACAAF8-1FED-01DA-5F8E-8AAFE5BCA6ED}"/>
              </a:ext>
            </a:extLst>
          </p:cNvPr>
          <p:cNvSpPr txBox="1"/>
          <p:nvPr/>
        </p:nvSpPr>
        <p:spPr>
          <a:xfrm>
            <a:off x="9810653" y="1830633"/>
            <a:ext cx="1588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transcoding_sensor</a:t>
            </a:r>
            <a:endParaRPr lang="en-US" sz="1200" dirty="0"/>
          </a:p>
        </p:txBody>
      </p:sp>
      <p:sp>
        <p:nvSpPr>
          <p:cNvPr id="54" name="Segno di sottrazione 53">
            <a:extLst>
              <a:ext uri="{FF2B5EF4-FFF2-40B4-BE49-F238E27FC236}">
                <a16:creationId xmlns:a16="http://schemas.microsoft.com/office/drawing/2014/main" id="{4E50A8C0-6F4E-83BE-F35E-FAED6428FFC3}"/>
              </a:ext>
            </a:extLst>
          </p:cNvPr>
          <p:cNvSpPr/>
          <p:nvPr/>
        </p:nvSpPr>
        <p:spPr>
          <a:xfrm>
            <a:off x="9703873" y="1742742"/>
            <a:ext cx="1602208" cy="169652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egno di sottrazione 54">
            <a:extLst>
              <a:ext uri="{FF2B5EF4-FFF2-40B4-BE49-F238E27FC236}">
                <a16:creationId xmlns:a16="http://schemas.microsoft.com/office/drawing/2014/main" id="{0BAECCE7-6160-816C-7C8A-843F9A81C11A}"/>
              </a:ext>
            </a:extLst>
          </p:cNvPr>
          <p:cNvSpPr/>
          <p:nvPr/>
        </p:nvSpPr>
        <p:spPr>
          <a:xfrm>
            <a:off x="9703873" y="2062901"/>
            <a:ext cx="1602208" cy="169652"/>
          </a:xfrm>
          <a:prstGeom prst="mathMin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B2A81792-B1F1-9527-8B82-A703C64E3851}"/>
              </a:ext>
            </a:extLst>
          </p:cNvPr>
          <p:cNvCxnSpPr>
            <a:cxnSpLocks/>
            <a:stCxn id="53" idx="1"/>
            <a:endCxn id="16" idx="6"/>
          </p:cNvCxnSpPr>
          <p:nvPr/>
        </p:nvCxnSpPr>
        <p:spPr>
          <a:xfrm flipH="1" flipV="1">
            <a:off x="9068204" y="1316385"/>
            <a:ext cx="742449" cy="652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E05791D5-8EC1-CEC4-78DC-D2834BB3E1DA}"/>
              </a:ext>
            </a:extLst>
          </p:cNvPr>
          <p:cNvCxnSpPr>
            <a:cxnSpLocks/>
            <a:stCxn id="23" idx="6"/>
            <a:endCxn id="57" idx="1"/>
          </p:cNvCxnSpPr>
          <p:nvPr/>
        </p:nvCxnSpPr>
        <p:spPr>
          <a:xfrm>
            <a:off x="5426243" y="3604818"/>
            <a:ext cx="673844" cy="103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tangolo 61">
            <a:extLst>
              <a:ext uri="{FF2B5EF4-FFF2-40B4-BE49-F238E27FC236}">
                <a16:creationId xmlns:a16="http://schemas.microsoft.com/office/drawing/2014/main" id="{F3A9BA4C-6E8C-DB76-BBA4-72CB16BBB7AA}"/>
              </a:ext>
            </a:extLst>
          </p:cNvPr>
          <p:cNvSpPr/>
          <p:nvPr/>
        </p:nvSpPr>
        <p:spPr>
          <a:xfrm>
            <a:off x="6628000" y="713422"/>
            <a:ext cx="4839003" cy="1714011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86" name="Connettore diritto 85">
            <a:extLst>
              <a:ext uri="{FF2B5EF4-FFF2-40B4-BE49-F238E27FC236}">
                <a16:creationId xmlns:a16="http://schemas.microsoft.com/office/drawing/2014/main" id="{14C7C62F-FA34-59DB-1ED8-5EE835CC08D2}"/>
              </a:ext>
            </a:extLst>
          </p:cNvPr>
          <p:cNvCxnSpPr/>
          <p:nvPr/>
        </p:nvCxnSpPr>
        <p:spPr>
          <a:xfrm>
            <a:off x="3633537" y="2612045"/>
            <a:ext cx="0" cy="3227281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7" name="Connettore diritto 86">
            <a:extLst>
              <a:ext uri="{FF2B5EF4-FFF2-40B4-BE49-F238E27FC236}">
                <a16:creationId xmlns:a16="http://schemas.microsoft.com/office/drawing/2014/main" id="{D05E32C5-A95A-9DEE-ADF5-314DED65ACEC}"/>
              </a:ext>
            </a:extLst>
          </p:cNvPr>
          <p:cNvCxnSpPr>
            <a:cxnSpLocks/>
          </p:cNvCxnSpPr>
          <p:nvPr/>
        </p:nvCxnSpPr>
        <p:spPr>
          <a:xfrm flipV="1">
            <a:off x="3652590" y="2654886"/>
            <a:ext cx="4763495" cy="1816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0" name="Connettore diritto 89">
            <a:extLst>
              <a:ext uri="{FF2B5EF4-FFF2-40B4-BE49-F238E27FC236}">
                <a16:creationId xmlns:a16="http://schemas.microsoft.com/office/drawing/2014/main" id="{C6620F1B-97B1-6D77-BDBD-F849DA8AC58B}"/>
              </a:ext>
            </a:extLst>
          </p:cNvPr>
          <p:cNvCxnSpPr>
            <a:cxnSpLocks/>
          </p:cNvCxnSpPr>
          <p:nvPr/>
        </p:nvCxnSpPr>
        <p:spPr>
          <a:xfrm flipV="1">
            <a:off x="8426116" y="2621570"/>
            <a:ext cx="0" cy="558466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3" name="Connettore diritto 92">
            <a:extLst>
              <a:ext uri="{FF2B5EF4-FFF2-40B4-BE49-F238E27FC236}">
                <a16:creationId xmlns:a16="http://schemas.microsoft.com/office/drawing/2014/main" id="{A122050F-40F3-CBDD-5F79-190D8224653E}"/>
              </a:ext>
            </a:extLst>
          </p:cNvPr>
          <p:cNvCxnSpPr>
            <a:cxnSpLocks/>
          </p:cNvCxnSpPr>
          <p:nvPr/>
        </p:nvCxnSpPr>
        <p:spPr>
          <a:xfrm>
            <a:off x="6809874" y="3150008"/>
            <a:ext cx="1618654" cy="1407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6" name="Connettore diritto 95">
            <a:extLst>
              <a:ext uri="{FF2B5EF4-FFF2-40B4-BE49-F238E27FC236}">
                <a16:creationId xmlns:a16="http://schemas.microsoft.com/office/drawing/2014/main" id="{147721EF-70A9-0996-4355-CA420B333647}"/>
              </a:ext>
            </a:extLst>
          </p:cNvPr>
          <p:cNvCxnSpPr>
            <a:cxnSpLocks/>
          </p:cNvCxnSpPr>
          <p:nvPr/>
        </p:nvCxnSpPr>
        <p:spPr>
          <a:xfrm>
            <a:off x="6825916" y="3174835"/>
            <a:ext cx="0" cy="2670076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9" name="Connettore diritto 98">
            <a:extLst>
              <a:ext uri="{FF2B5EF4-FFF2-40B4-BE49-F238E27FC236}">
                <a16:creationId xmlns:a16="http://schemas.microsoft.com/office/drawing/2014/main" id="{68122DF3-B98B-94A7-C382-77F25D54578C}"/>
              </a:ext>
            </a:extLst>
          </p:cNvPr>
          <p:cNvCxnSpPr>
            <a:cxnSpLocks/>
          </p:cNvCxnSpPr>
          <p:nvPr/>
        </p:nvCxnSpPr>
        <p:spPr>
          <a:xfrm flipH="1">
            <a:off x="3633537" y="5820848"/>
            <a:ext cx="3176337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2" name="Connettore diritto 101">
            <a:extLst>
              <a:ext uri="{FF2B5EF4-FFF2-40B4-BE49-F238E27FC236}">
                <a16:creationId xmlns:a16="http://schemas.microsoft.com/office/drawing/2014/main" id="{CD929843-D82C-3C60-F8D3-090AF198CB41}"/>
              </a:ext>
            </a:extLst>
          </p:cNvPr>
          <p:cNvCxnSpPr>
            <a:cxnSpLocks/>
          </p:cNvCxnSpPr>
          <p:nvPr/>
        </p:nvCxnSpPr>
        <p:spPr>
          <a:xfrm>
            <a:off x="6954253" y="3238373"/>
            <a:ext cx="0" cy="267007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3" name="Connettore diritto 102">
            <a:extLst>
              <a:ext uri="{FF2B5EF4-FFF2-40B4-BE49-F238E27FC236}">
                <a16:creationId xmlns:a16="http://schemas.microsoft.com/office/drawing/2014/main" id="{A05FBD76-D309-22D2-6B8D-0FD77B08395F}"/>
              </a:ext>
            </a:extLst>
          </p:cNvPr>
          <p:cNvCxnSpPr>
            <a:cxnSpLocks/>
          </p:cNvCxnSpPr>
          <p:nvPr/>
        </p:nvCxnSpPr>
        <p:spPr>
          <a:xfrm flipH="1">
            <a:off x="6954253" y="5911515"/>
            <a:ext cx="506168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1F28DAFC-1097-5C7A-1845-089DC59D7DB7}"/>
              </a:ext>
            </a:extLst>
          </p:cNvPr>
          <p:cNvCxnSpPr>
            <a:cxnSpLocks/>
          </p:cNvCxnSpPr>
          <p:nvPr/>
        </p:nvCxnSpPr>
        <p:spPr>
          <a:xfrm flipH="1">
            <a:off x="9306020" y="2638298"/>
            <a:ext cx="2690463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7" name="Connettore diritto 106">
            <a:extLst>
              <a:ext uri="{FF2B5EF4-FFF2-40B4-BE49-F238E27FC236}">
                <a16:creationId xmlns:a16="http://schemas.microsoft.com/office/drawing/2014/main" id="{DC431031-1B07-D283-FD6F-3EC5D44AD734}"/>
              </a:ext>
            </a:extLst>
          </p:cNvPr>
          <p:cNvCxnSpPr>
            <a:cxnSpLocks/>
          </p:cNvCxnSpPr>
          <p:nvPr/>
        </p:nvCxnSpPr>
        <p:spPr>
          <a:xfrm flipV="1">
            <a:off x="11996483" y="2654884"/>
            <a:ext cx="7877" cy="325356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10" name="Gruppo 109">
            <a:extLst>
              <a:ext uri="{FF2B5EF4-FFF2-40B4-BE49-F238E27FC236}">
                <a16:creationId xmlns:a16="http://schemas.microsoft.com/office/drawing/2014/main" id="{CA99BEC7-901F-0A46-4120-AA118793494A}"/>
              </a:ext>
            </a:extLst>
          </p:cNvPr>
          <p:cNvGrpSpPr/>
          <p:nvPr/>
        </p:nvGrpSpPr>
        <p:grpSpPr>
          <a:xfrm>
            <a:off x="5867477" y="3484290"/>
            <a:ext cx="1780674" cy="487918"/>
            <a:chOff x="5767133" y="4638644"/>
            <a:chExt cx="1780674" cy="487918"/>
          </a:xfrm>
        </p:grpSpPr>
        <p:sp>
          <p:nvSpPr>
            <p:cNvPr id="58" name="Segno di sottrazione 57">
              <a:extLst>
                <a:ext uri="{FF2B5EF4-FFF2-40B4-BE49-F238E27FC236}">
                  <a16:creationId xmlns:a16="http://schemas.microsoft.com/office/drawing/2014/main" id="{3D11BCEC-B730-9F46-DFC5-4DAECC365660}"/>
                </a:ext>
              </a:extLst>
            </p:cNvPr>
            <p:cNvSpPr/>
            <p:nvPr/>
          </p:nvSpPr>
          <p:spPr>
            <a:xfrm>
              <a:off x="5767133" y="4638644"/>
              <a:ext cx="1780674" cy="167759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Segno di sottrazione 58">
              <a:extLst>
                <a:ext uri="{FF2B5EF4-FFF2-40B4-BE49-F238E27FC236}">
                  <a16:creationId xmlns:a16="http://schemas.microsoft.com/office/drawing/2014/main" id="{28536E9B-6895-B66F-4F07-1EAA6A534493}"/>
                </a:ext>
              </a:extLst>
            </p:cNvPr>
            <p:cNvSpPr/>
            <p:nvPr/>
          </p:nvSpPr>
          <p:spPr>
            <a:xfrm>
              <a:off x="5767133" y="4958803"/>
              <a:ext cx="1780674" cy="167759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CasellaDiTesto 56">
              <a:extLst>
                <a:ext uri="{FF2B5EF4-FFF2-40B4-BE49-F238E27FC236}">
                  <a16:creationId xmlns:a16="http://schemas.microsoft.com/office/drawing/2014/main" id="{8D1DAD18-A048-34C2-18CC-3027B95F2638}"/>
                </a:ext>
              </a:extLst>
            </p:cNvPr>
            <p:cNvSpPr txBox="1"/>
            <p:nvPr/>
          </p:nvSpPr>
          <p:spPr>
            <a:xfrm>
              <a:off x="5999743" y="4724643"/>
              <a:ext cx="13635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Humidity_bins</a:t>
              </a:r>
              <a:endParaRPr lang="en-US" sz="1200" dirty="0"/>
            </a:p>
          </p:txBody>
        </p:sp>
      </p:grpSp>
      <p:grpSp>
        <p:nvGrpSpPr>
          <p:cNvPr id="111" name="Gruppo 110">
            <a:extLst>
              <a:ext uri="{FF2B5EF4-FFF2-40B4-BE49-F238E27FC236}">
                <a16:creationId xmlns:a16="http://schemas.microsoft.com/office/drawing/2014/main" id="{76F75E4F-AED1-70C7-B3AD-626483A9E832}"/>
              </a:ext>
            </a:extLst>
          </p:cNvPr>
          <p:cNvGrpSpPr/>
          <p:nvPr/>
        </p:nvGrpSpPr>
        <p:grpSpPr>
          <a:xfrm>
            <a:off x="5667340" y="4190179"/>
            <a:ext cx="1780674" cy="487918"/>
            <a:chOff x="5799216" y="4037951"/>
            <a:chExt cx="1780674" cy="487918"/>
          </a:xfrm>
        </p:grpSpPr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1E8A8E2F-85D5-EE3E-A33B-D0EC7C67A65B}"/>
                </a:ext>
              </a:extLst>
            </p:cNvPr>
            <p:cNvSpPr txBox="1"/>
            <p:nvPr/>
          </p:nvSpPr>
          <p:spPr>
            <a:xfrm>
              <a:off x="6031826" y="4123950"/>
              <a:ext cx="13635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data_interpolated</a:t>
              </a:r>
              <a:endParaRPr lang="en-US" sz="1200" dirty="0"/>
            </a:p>
          </p:txBody>
        </p:sp>
        <p:sp>
          <p:nvSpPr>
            <p:cNvPr id="26" name="Segno di sottrazione 25">
              <a:extLst>
                <a:ext uri="{FF2B5EF4-FFF2-40B4-BE49-F238E27FC236}">
                  <a16:creationId xmlns:a16="http://schemas.microsoft.com/office/drawing/2014/main" id="{DFA682CB-B69E-6109-6B5B-8EA96C121A00}"/>
                </a:ext>
              </a:extLst>
            </p:cNvPr>
            <p:cNvSpPr/>
            <p:nvPr/>
          </p:nvSpPr>
          <p:spPr>
            <a:xfrm>
              <a:off x="5799216" y="4037951"/>
              <a:ext cx="1780674" cy="167759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egno di sottrazione 26">
              <a:extLst>
                <a:ext uri="{FF2B5EF4-FFF2-40B4-BE49-F238E27FC236}">
                  <a16:creationId xmlns:a16="http://schemas.microsoft.com/office/drawing/2014/main" id="{44862CC3-F0F5-AFED-4BA6-9BAA5831BA78}"/>
                </a:ext>
              </a:extLst>
            </p:cNvPr>
            <p:cNvSpPr/>
            <p:nvPr/>
          </p:nvSpPr>
          <p:spPr>
            <a:xfrm>
              <a:off x="5799216" y="4358110"/>
              <a:ext cx="1780674" cy="167759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C44B0DE3-62E1-83EF-8D60-3B07611790D9}"/>
              </a:ext>
            </a:extLst>
          </p:cNvPr>
          <p:cNvSpPr txBox="1"/>
          <p:nvPr/>
        </p:nvSpPr>
        <p:spPr>
          <a:xfrm>
            <a:off x="2927684" y="327750"/>
            <a:ext cx="15801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Ingestion</a:t>
            </a:r>
          </a:p>
        </p:txBody>
      </p:sp>
      <p:sp>
        <p:nvSpPr>
          <p:cNvPr id="115" name="CasellaDiTesto 114">
            <a:extLst>
              <a:ext uri="{FF2B5EF4-FFF2-40B4-BE49-F238E27FC236}">
                <a16:creationId xmlns:a16="http://schemas.microsoft.com/office/drawing/2014/main" id="{152DE8DF-40D2-F273-FAFE-42C0E38B6B6F}"/>
              </a:ext>
            </a:extLst>
          </p:cNvPr>
          <p:cNvSpPr txBox="1"/>
          <p:nvPr/>
        </p:nvSpPr>
        <p:spPr>
          <a:xfrm>
            <a:off x="7995587" y="319686"/>
            <a:ext cx="278470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Processing -&gt; Integration</a:t>
            </a:r>
          </a:p>
        </p:txBody>
      </p:sp>
      <p:sp>
        <p:nvSpPr>
          <p:cNvPr id="116" name="CasellaDiTesto 115">
            <a:extLst>
              <a:ext uri="{FF2B5EF4-FFF2-40B4-BE49-F238E27FC236}">
                <a16:creationId xmlns:a16="http://schemas.microsoft.com/office/drawing/2014/main" id="{0EB885EF-BF57-3FD5-B202-6835763817DD}"/>
              </a:ext>
            </a:extLst>
          </p:cNvPr>
          <p:cNvSpPr txBox="1"/>
          <p:nvPr/>
        </p:nvSpPr>
        <p:spPr>
          <a:xfrm>
            <a:off x="4418502" y="5986699"/>
            <a:ext cx="15801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Processing</a:t>
            </a:r>
          </a:p>
        </p:txBody>
      </p:sp>
      <p:sp>
        <p:nvSpPr>
          <p:cNvPr id="117" name="CasellaDiTesto 116">
            <a:extLst>
              <a:ext uri="{FF2B5EF4-FFF2-40B4-BE49-F238E27FC236}">
                <a16:creationId xmlns:a16="http://schemas.microsoft.com/office/drawing/2014/main" id="{4D13A2EC-CE3D-221A-0163-3BE00978A029}"/>
              </a:ext>
            </a:extLst>
          </p:cNvPr>
          <p:cNvSpPr txBox="1"/>
          <p:nvPr/>
        </p:nvSpPr>
        <p:spPr>
          <a:xfrm>
            <a:off x="7503370" y="6065819"/>
            <a:ext cx="15801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Exploitation</a:t>
            </a:r>
          </a:p>
        </p:txBody>
      </p:sp>
      <p:cxnSp>
        <p:nvCxnSpPr>
          <p:cNvPr id="118" name="Connettore diritto 117">
            <a:extLst>
              <a:ext uri="{FF2B5EF4-FFF2-40B4-BE49-F238E27FC236}">
                <a16:creationId xmlns:a16="http://schemas.microsoft.com/office/drawing/2014/main" id="{8ED1D972-B7FD-B9F3-6121-F8038B418876}"/>
              </a:ext>
            </a:extLst>
          </p:cNvPr>
          <p:cNvCxnSpPr>
            <a:cxnSpLocks/>
          </p:cNvCxnSpPr>
          <p:nvPr/>
        </p:nvCxnSpPr>
        <p:spPr>
          <a:xfrm flipH="1">
            <a:off x="6942678" y="4382775"/>
            <a:ext cx="5061682" cy="0"/>
          </a:xfrm>
          <a:prstGeom prst="line">
            <a:avLst/>
          </a:prstGeom>
          <a:ln w="2857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E80B4A8E-19C7-0731-2659-2B9DDB6B8F0C}"/>
              </a:ext>
            </a:extLst>
          </p:cNvPr>
          <p:cNvGrpSpPr/>
          <p:nvPr/>
        </p:nvGrpSpPr>
        <p:grpSpPr>
          <a:xfrm>
            <a:off x="5895471" y="1191312"/>
            <a:ext cx="1780674" cy="486414"/>
            <a:chOff x="5895471" y="1191312"/>
            <a:chExt cx="1780674" cy="486414"/>
          </a:xfrm>
        </p:grpSpPr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D01D0C21-C6CE-B4EB-DB77-0AD4AC042059}"/>
                </a:ext>
              </a:extLst>
            </p:cNvPr>
            <p:cNvSpPr txBox="1"/>
            <p:nvPr/>
          </p:nvSpPr>
          <p:spPr>
            <a:xfrm>
              <a:off x="6087976" y="1275807"/>
              <a:ext cx="15881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data_original</a:t>
              </a:r>
              <a:endParaRPr lang="en-US" sz="1200" dirty="0"/>
            </a:p>
          </p:txBody>
        </p:sp>
        <p:sp>
          <p:nvSpPr>
            <p:cNvPr id="10" name="Segno di sottrazione 9">
              <a:extLst>
                <a:ext uri="{FF2B5EF4-FFF2-40B4-BE49-F238E27FC236}">
                  <a16:creationId xmlns:a16="http://schemas.microsoft.com/office/drawing/2014/main" id="{5186B4C7-B7EE-AE5A-DEA6-3E00CC511F5D}"/>
                </a:ext>
              </a:extLst>
            </p:cNvPr>
            <p:cNvSpPr/>
            <p:nvPr/>
          </p:nvSpPr>
          <p:spPr>
            <a:xfrm>
              <a:off x="5895471" y="1191312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egno di sottrazione 10">
              <a:extLst>
                <a:ext uri="{FF2B5EF4-FFF2-40B4-BE49-F238E27FC236}">
                  <a16:creationId xmlns:a16="http://schemas.microsoft.com/office/drawing/2014/main" id="{72B934AE-1081-B5D3-FDE8-8C2B38558E87}"/>
                </a:ext>
              </a:extLst>
            </p:cNvPr>
            <p:cNvSpPr/>
            <p:nvPr/>
          </p:nvSpPr>
          <p:spPr>
            <a:xfrm>
              <a:off x="5895471" y="1511471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19" name="Tabella 118">
            <a:extLst>
              <a:ext uri="{FF2B5EF4-FFF2-40B4-BE49-F238E27FC236}">
                <a16:creationId xmlns:a16="http://schemas.microsoft.com/office/drawing/2014/main" id="{287A8C01-7AE8-9469-5FA3-53DED6380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208659"/>
              </p:ext>
            </p:extLst>
          </p:nvPr>
        </p:nvGraphicFramePr>
        <p:xfrm>
          <a:off x="58148" y="753979"/>
          <a:ext cx="1558092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50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773742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146429">
                <a:tc>
                  <a:txBody>
                    <a:bodyPr/>
                    <a:lstStyle/>
                    <a:p>
                      <a:r>
                        <a:rPr lang="en-US" sz="7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Ingestion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Recurrent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Temporal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graphicFrame>
        <p:nvGraphicFramePr>
          <p:cNvPr id="120" name="Tabella 119">
            <a:extLst>
              <a:ext uri="{FF2B5EF4-FFF2-40B4-BE49-F238E27FC236}">
                <a16:creationId xmlns:a16="http://schemas.microsoft.com/office/drawing/2014/main" id="{A1F27151-2589-17D0-1BC6-716FB3E19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251534"/>
              </p:ext>
            </p:extLst>
          </p:nvPr>
        </p:nvGraphicFramePr>
        <p:xfrm>
          <a:off x="11345684" y="709596"/>
          <a:ext cx="1558092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50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773742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Processing/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Recurrent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Temporal 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graphicFrame>
        <p:nvGraphicFramePr>
          <p:cNvPr id="121" name="Tabella 120">
            <a:extLst>
              <a:ext uri="{FF2B5EF4-FFF2-40B4-BE49-F238E27FC236}">
                <a16:creationId xmlns:a16="http://schemas.microsoft.com/office/drawing/2014/main" id="{17E61DF8-7454-CFE3-8C7D-5CA7A831E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525384"/>
              </p:ext>
            </p:extLst>
          </p:nvPr>
        </p:nvGraphicFramePr>
        <p:xfrm>
          <a:off x="1947110" y="4760584"/>
          <a:ext cx="1558092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50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773742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Recurrent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Temporal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graphicFrame>
        <p:nvGraphicFramePr>
          <p:cNvPr id="122" name="Tabella 121">
            <a:extLst>
              <a:ext uri="{FF2B5EF4-FFF2-40B4-BE49-F238E27FC236}">
                <a16:creationId xmlns:a16="http://schemas.microsoft.com/office/drawing/2014/main" id="{5D80814A-7233-146B-1715-7BE80C806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646419"/>
              </p:ext>
            </p:extLst>
          </p:nvPr>
        </p:nvGraphicFramePr>
        <p:xfrm>
          <a:off x="9703873" y="5948939"/>
          <a:ext cx="1987018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272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986746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Exploitation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ExploitationType</a:t>
                      </a:r>
                      <a:endParaRPr lang="en-US" sz="7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Operational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93343"/>
                  </a:ext>
                </a:extLst>
              </a:tr>
              <a:tr h="19271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Recurrent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Temporal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graphicFrame>
        <p:nvGraphicFramePr>
          <p:cNvPr id="123" name="Tabella 122">
            <a:extLst>
              <a:ext uri="{FF2B5EF4-FFF2-40B4-BE49-F238E27FC236}">
                <a16:creationId xmlns:a16="http://schemas.microsoft.com/office/drawing/2014/main" id="{658B94E5-23B1-73AA-3C92-3588E2056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870717"/>
              </p:ext>
            </p:extLst>
          </p:nvPr>
        </p:nvGraphicFramePr>
        <p:xfrm>
          <a:off x="12081707" y="2546392"/>
          <a:ext cx="1987018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272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986746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Exploitation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ExploitationType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Presentation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93343"/>
                  </a:ext>
                </a:extLst>
              </a:tr>
              <a:tr h="192719">
                <a:tc>
                  <a:txBody>
                    <a:bodyPr/>
                    <a:lstStyle/>
                    <a:p>
                      <a:r>
                        <a:rPr lang="en-US" sz="8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8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8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8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Big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8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Temporal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  <p:cxnSp>
        <p:nvCxnSpPr>
          <p:cNvPr id="124" name="Connettore 2 123">
            <a:extLst>
              <a:ext uri="{FF2B5EF4-FFF2-40B4-BE49-F238E27FC236}">
                <a16:creationId xmlns:a16="http://schemas.microsoft.com/office/drawing/2014/main" id="{525E3D14-CBED-33BF-B491-3C955381C182}"/>
              </a:ext>
            </a:extLst>
          </p:cNvPr>
          <p:cNvCxnSpPr>
            <a:cxnSpLocks/>
            <a:stCxn id="57" idx="3"/>
            <a:endCxn id="41" idx="2"/>
          </p:cNvCxnSpPr>
          <p:nvPr/>
        </p:nvCxnSpPr>
        <p:spPr>
          <a:xfrm>
            <a:off x="7463668" y="3708789"/>
            <a:ext cx="929556" cy="236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ttore diritto 136">
            <a:extLst>
              <a:ext uri="{FF2B5EF4-FFF2-40B4-BE49-F238E27FC236}">
                <a16:creationId xmlns:a16="http://schemas.microsoft.com/office/drawing/2014/main" id="{82F677ED-394E-4A52-48E6-CD1FE787AE6A}"/>
              </a:ext>
            </a:extLst>
          </p:cNvPr>
          <p:cNvCxnSpPr>
            <a:cxnSpLocks/>
          </p:cNvCxnSpPr>
          <p:nvPr/>
        </p:nvCxnSpPr>
        <p:spPr>
          <a:xfrm flipH="1">
            <a:off x="8552041" y="2635836"/>
            <a:ext cx="753979" cy="90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0" name="Connettore diritto 139">
            <a:extLst>
              <a:ext uri="{FF2B5EF4-FFF2-40B4-BE49-F238E27FC236}">
                <a16:creationId xmlns:a16="http://schemas.microsoft.com/office/drawing/2014/main" id="{E39E0A6A-606A-1E99-B2B3-E8AB057F8C51}"/>
              </a:ext>
            </a:extLst>
          </p:cNvPr>
          <p:cNvCxnSpPr>
            <a:cxnSpLocks/>
          </p:cNvCxnSpPr>
          <p:nvPr/>
        </p:nvCxnSpPr>
        <p:spPr>
          <a:xfrm>
            <a:off x="8552041" y="2632786"/>
            <a:ext cx="0" cy="65810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3" name="Connettore diritto 142">
            <a:extLst>
              <a:ext uri="{FF2B5EF4-FFF2-40B4-BE49-F238E27FC236}">
                <a16:creationId xmlns:a16="http://schemas.microsoft.com/office/drawing/2014/main" id="{FD4721EF-724D-53FC-0EA9-9EFDCB6940AF}"/>
              </a:ext>
            </a:extLst>
          </p:cNvPr>
          <p:cNvCxnSpPr>
            <a:cxnSpLocks/>
          </p:cNvCxnSpPr>
          <p:nvPr/>
        </p:nvCxnSpPr>
        <p:spPr>
          <a:xfrm>
            <a:off x="6951842" y="3271332"/>
            <a:ext cx="160019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0C89C811-FB5F-BFE6-418D-8B21B7524EAB}"/>
              </a:ext>
            </a:extLst>
          </p:cNvPr>
          <p:cNvSpPr/>
          <p:nvPr/>
        </p:nvSpPr>
        <p:spPr>
          <a:xfrm>
            <a:off x="2013283" y="2107047"/>
            <a:ext cx="1267328" cy="213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Field valve</a:t>
            </a:r>
            <a:endParaRPr lang="en-US" sz="1200" dirty="0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377D812C-8F8A-C8C6-5E9B-BBF87F5D1821}"/>
              </a:ext>
            </a:extLst>
          </p:cNvPr>
          <p:cNvSpPr/>
          <p:nvPr/>
        </p:nvSpPr>
        <p:spPr>
          <a:xfrm>
            <a:off x="3841684" y="1989969"/>
            <a:ext cx="1251285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 pressure data</a:t>
            </a:r>
            <a:endParaRPr lang="en-US" sz="1200" dirty="0"/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76DCBDE9-B596-5A49-5D50-2ECF90147A92}"/>
              </a:ext>
            </a:extLst>
          </p:cNvPr>
          <p:cNvCxnSpPr>
            <a:cxnSpLocks/>
            <a:stCxn id="3" idx="3"/>
            <a:endCxn id="48" idx="2"/>
          </p:cNvCxnSpPr>
          <p:nvPr/>
        </p:nvCxnSpPr>
        <p:spPr>
          <a:xfrm>
            <a:off x="3280611" y="2213828"/>
            <a:ext cx="561073" cy="55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9A5E70A4-7E5C-F682-84A7-1F3D0971D9DE}"/>
              </a:ext>
            </a:extLst>
          </p:cNvPr>
          <p:cNvCxnSpPr>
            <a:cxnSpLocks/>
            <a:stCxn id="48" idx="6"/>
            <a:endCxn id="19" idx="1"/>
          </p:cNvCxnSpPr>
          <p:nvPr/>
        </p:nvCxnSpPr>
        <p:spPr>
          <a:xfrm>
            <a:off x="5092969" y="2269202"/>
            <a:ext cx="2632904" cy="247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diritto 64">
            <a:extLst>
              <a:ext uri="{FF2B5EF4-FFF2-40B4-BE49-F238E27FC236}">
                <a16:creationId xmlns:a16="http://schemas.microsoft.com/office/drawing/2014/main" id="{3F65F32C-BBA8-42F2-3F74-ABC21C7E04F3}"/>
              </a:ext>
            </a:extLst>
          </p:cNvPr>
          <p:cNvCxnSpPr>
            <a:cxnSpLocks/>
          </p:cNvCxnSpPr>
          <p:nvPr/>
        </p:nvCxnSpPr>
        <p:spPr>
          <a:xfrm>
            <a:off x="1643143" y="955037"/>
            <a:ext cx="0" cy="1657008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0" name="Connettore diritto 69">
            <a:extLst>
              <a:ext uri="{FF2B5EF4-FFF2-40B4-BE49-F238E27FC236}">
                <a16:creationId xmlns:a16="http://schemas.microsoft.com/office/drawing/2014/main" id="{B9F3B50B-DD3F-9866-9E64-07A426C83EF5}"/>
              </a:ext>
            </a:extLst>
          </p:cNvPr>
          <p:cNvCxnSpPr>
            <a:cxnSpLocks/>
          </p:cNvCxnSpPr>
          <p:nvPr/>
        </p:nvCxnSpPr>
        <p:spPr>
          <a:xfrm flipH="1" flipV="1">
            <a:off x="1643143" y="2612045"/>
            <a:ext cx="6536451" cy="952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45DEDF6B-D31B-2CF3-05DD-1499A4567E25}"/>
              </a:ext>
            </a:extLst>
          </p:cNvPr>
          <p:cNvCxnSpPr>
            <a:cxnSpLocks/>
          </p:cNvCxnSpPr>
          <p:nvPr/>
        </p:nvCxnSpPr>
        <p:spPr>
          <a:xfrm>
            <a:off x="6569243" y="973652"/>
            <a:ext cx="0" cy="150476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5" name="Connettore diritto 74">
            <a:extLst>
              <a:ext uri="{FF2B5EF4-FFF2-40B4-BE49-F238E27FC236}">
                <a16:creationId xmlns:a16="http://schemas.microsoft.com/office/drawing/2014/main" id="{C9A20788-274D-0512-4B37-31DC3509E4E3}"/>
              </a:ext>
            </a:extLst>
          </p:cNvPr>
          <p:cNvCxnSpPr>
            <a:cxnSpLocks/>
          </p:cNvCxnSpPr>
          <p:nvPr/>
        </p:nvCxnSpPr>
        <p:spPr>
          <a:xfrm flipH="1">
            <a:off x="6581740" y="2467214"/>
            <a:ext cx="1575797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2" name="Connettore diritto 81">
            <a:extLst>
              <a:ext uri="{FF2B5EF4-FFF2-40B4-BE49-F238E27FC236}">
                <a16:creationId xmlns:a16="http://schemas.microsoft.com/office/drawing/2014/main" id="{DE085393-7659-A267-62A4-D3F0A867492F}"/>
              </a:ext>
            </a:extLst>
          </p:cNvPr>
          <p:cNvCxnSpPr>
            <a:cxnSpLocks/>
          </p:cNvCxnSpPr>
          <p:nvPr/>
        </p:nvCxnSpPr>
        <p:spPr>
          <a:xfrm>
            <a:off x="8157537" y="2452550"/>
            <a:ext cx="0" cy="18023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13" name="Gruppo 112">
            <a:extLst>
              <a:ext uri="{FF2B5EF4-FFF2-40B4-BE49-F238E27FC236}">
                <a16:creationId xmlns:a16="http://schemas.microsoft.com/office/drawing/2014/main" id="{9766A1EE-4D11-2E19-8B79-C393EC47B2F1}"/>
              </a:ext>
            </a:extLst>
          </p:cNvPr>
          <p:cNvGrpSpPr/>
          <p:nvPr/>
        </p:nvGrpSpPr>
        <p:grpSpPr>
          <a:xfrm>
            <a:off x="7525346" y="2291886"/>
            <a:ext cx="1780674" cy="487918"/>
            <a:chOff x="7525346" y="2291886"/>
            <a:chExt cx="1780674" cy="487918"/>
          </a:xfrm>
        </p:grpSpPr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0788B282-E63F-FF52-5622-CF90967C4334}"/>
                </a:ext>
              </a:extLst>
            </p:cNvPr>
            <p:cNvSpPr txBox="1"/>
            <p:nvPr/>
          </p:nvSpPr>
          <p:spPr>
            <a:xfrm>
              <a:off x="7725873" y="2377885"/>
              <a:ext cx="13956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view_data_original</a:t>
              </a:r>
              <a:endParaRPr lang="en-US" sz="1200" dirty="0"/>
            </a:p>
          </p:txBody>
        </p:sp>
        <p:sp>
          <p:nvSpPr>
            <p:cNvPr id="20" name="Segno di sottrazione 19">
              <a:extLst>
                <a:ext uri="{FF2B5EF4-FFF2-40B4-BE49-F238E27FC236}">
                  <a16:creationId xmlns:a16="http://schemas.microsoft.com/office/drawing/2014/main" id="{3C2D9502-8FD2-4ADE-848D-B282B48D340F}"/>
                </a:ext>
              </a:extLst>
            </p:cNvPr>
            <p:cNvSpPr/>
            <p:nvPr/>
          </p:nvSpPr>
          <p:spPr>
            <a:xfrm>
              <a:off x="7525346" y="2291886"/>
              <a:ext cx="1780674" cy="167759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egno di sottrazione 20">
              <a:extLst>
                <a:ext uri="{FF2B5EF4-FFF2-40B4-BE49-F238E27FC236}">
                  <a16:creationId xmlns:a16="http://schemas.microsoft.com/office/drawing/2014/main" id="{DA47CFD8-8118-9055-554C-626FD9E81DFD}"/>
                </a:ext>
              </a:extLst>
            </p:cNvPr>
            <p:cNvSpPr/>
            <p:nvPr/>
          </p:nvSpPr>
          <p:spPr>
            <a:xfrm>
              <a:off x="7525346" y="2612045"/>
              <a:ext cx="1780674" cy="167759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9" name="Connettore diritto 88">
            <a:extLst>
              <a:ext uri="{FF2B5EF4-FFF2-40B4-BE49-F238E27FC236}">
                <a16:creationId xmlns:a16="http://schemas.microsoft.com/office/drawing/2014/main" id="{BB10F5B1-8BB0-7957-CD1D-773964574528}"/>
              </a:ext>
            </a:extLst>
          </p:cNvPr>
          <p:cNvCxnSpPr>
            <a:cxnSpLocks/>
          </p:cNvCxnSpPr>
          <p:nvPr/>
        </p:nvCxnSpPr>
        <p:spPr>
          <a:xfrm>
            <a:off x="1643143" y="973652"/>
            <a:ext cx="4916541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7" name="Connettore diritto 96">
            <a:extLst>
              <a:ext uri="{FF2B5EF4-FFF2-40B4-BE49-F238E27FC236}">
                <a16:creationId xmlns:a16="http://schemas.microsoft.com/office/drawing/2014/main" id="{64D0ADDF-2316-8F5A-91B7-8F3D1257EC58}"/>
              </a:ext>
            </a:extLst>
          </p:cNvPr>
          <p:cNvCxnSpPr>
            <a:cxnSpLocks/>
          </p:cNvCxnSpPr>
          <p:nvPr/>
        </p:nvCxnSpPr>
        <p:spPr>
          <a:xfrm>
            <a:off x="1655843" y="1818202"/>
            <a:ext cx="4916541" cy="0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98" name="Tabella 97">
            <a:extLst>
              <a:ext uri="{FF2B5EF4-FFF2-40B4-BE49-F238E27FC236}">
                <a16:creationId xmlns:a16="http://schemas.microsoft.com/office/drawing/2014/main" id="{54DEBEB4-5A18-217C-DD72-AA1BA7553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264640"/>
              </p:ext>
            </p:extLst>
          </p:nvPr>
        </p:nvGraphicFramePr>
        <p:xfrm>
          <a:off x="1510599" y="2695924"/>
          <a:ext cx="1558092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50">
                  <a:extLst>
                    <a:ext uri="{9D8B030D-6E8A-4147-A177-3AD203B41FA5}">
                      <a16:colId xmlns:a16="http://schemas.microsoft.com/office/drawing/2014/main" val="1925781563"/>
                    </a:ext>
                  </a:extLst>
                </a:gridCol>
                <a:gridCol w="773742">
                  <a:extLst>
                    <a:ext uri="{9D8B030D-6E8A-4147-A177-3AD203B41FA5}">
                      <a16:colId xmlns:a16="http://schemas.microsoft.com/office/drawing/2014/main" val="2330610716"/>
                    </a:ext>
                  </a:extLst>
                </a:gridCol>
              </a:tblGrid>
              <a:tr h="146429">
                <a:tc>
                  <a:txBody>
                    <a:bodyPr/>
                    <a:lstStyle/>
                    <a:p>
                      <a:r>
                        <a:rPr lang="en-US" sz="7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Ingestion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68787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77013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Recurrent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7871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09766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34645"/>
                  </a:ext>
                </a:extLst>
              </a:tr>
              <a:tr h="146429">
                <a:tc>
                  <a:txBody>
                    <a:bodyPr/>
                    <a:lstStyle/>
                    <a:p>
                      <a:r>
                        <a:rPr lang="en-US" sz="700" b="1" dirty="0"/>
                        <a:t>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Temporal</a:t>
                      </a:r>
                      <a:br>
                        <a:rPr lang="en-US" sz="700" dirty="0"/>
                      </a:br>
                      <a:r>
                        <a:rPr lang="en-US" sz="700" dirty="0"/>
                        <a:t>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386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21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65A4EBB-D344-68DD-FBE9-E9540A5B7843}"/>
              </a:ext>
            </a:extLst>
          </p:cNvPr>
          <p:cNvSpPr txBox="1"/>
          <p:nvPr/>
        </p:nvSpPr>
        <p:spPr>
          <a:xfrm>
            <a:off x="199259" y="50264"/>
            <a:ext cx="2077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Cimice</a:t>
            </a:r>
            <a:r>
              <a:rPr lang="en-US" sz="1600" b="1" dirty="0"/>
              <a:t> DFD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2113AE89-BB9C-30FB-A1A9-AB5C299073D8}"/>
              </a:ext>
            </a:extLst>
          </p:cNvPr>
          <p:cNvSpPr/>
          <p:nvPr/>
        </p:nvSpPr>
        <p:spPr>
          <a:xfrm>
            <a:off x="4267713" y="686039"/>
            <a:ext cx="1251285" cy="21356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</a:t>
            </a:r>
            <a:endParaRPr lang="en-US" sz="1000" dirty="0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1C520F6F-BF86-4248-B0EA-3DF2073D8622}"/>
              </a:ext>
            </a:extLst>
          </p:cNvPr>
          <p:cNvSpPr/>
          <p:nvPr/>
        </p:nvSpPr>
        <p:spPr>
          <a:xfrm>
            <a:off x="3010179" y="581470"/>
            <a:ext cx="741943" cy="4163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Insert trap</a:t>
            </a:r>
            <a:endParaRPr lang="en-US" sz="1000" dirty="0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E5821D77-38BF-76EF-CAD1-273171276121}"/>
              </a:ext>
            </a:extLst>
          </p:cNvPr>
          <p:cNvSpPr/>
          <p:nvPr/>
        </p:nvSpPr>
        <p:spPr>
          <a:xfrm>
            <a:off x="6110548" y="549386"/>
            <a:ext cx="1026704" cy="4862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Load stink bug data</a:t>
            </a:r>
            <a:endParaRPr lang="en-US" sz="1000" dirty="0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B51CEE4F-525D-2FEC-0EDE-907AA4CBB320}"/>
              </a:ext>
            </a:extLst>
          </p:cNvPr>
          <p:cNvSpPr/>
          <p:nvPr/>
        </p:nvSpPr>
        <p:spPr>
          <a:xfrm>
            <a:off x="794877" y="4007086"/>
            <a:ext cx="930944" cy="21356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Consorzio</a:t>
            </a: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CER</a:t>
            </a:r>
            <a:endParaRPr lang="en-US" sz="1000" dirty="0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418C2BF8-3BB1-BB17-7F32-56E83BDCF8AF}"/>
              </a:ext>
            </a:extLst>
          </p:cNvPr>
          <p:cNvSpPr/>
          <p:nvPr/>
        </p:nvSpPr>
        <p:spPr>
          <a:xfrm>
            <a:off x="2179015" y="3847502"/>
            <a:ext cx="1251285" cy="5295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 fields crops &amp; water data</a:t>
            </a:r>
            <a:endParaRPr lang="en-US" sz="1000" dirty="0"/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3F5AD966-109D-8899-9832-268FC2874F98}"/>
              </a:ext>
            </a:extLst>
          </p:cNvPr>
          <p:cNvCxnSpPr>
            <a:cxnSpLocks/>
            <a:stCxn id="38" idx="3"/>
            <a:endCxn id="39" idx="2"/>
          </p:cNvCxnSpPr>
          <p:nvPr/>
        </p:nvCxnSpPr>
        <p:spPr>
          <a:xfrm flipV="1">
            <a:off x="1725821" y="4112280"/>
            <a:ext cx="453194" cy="1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8ED193E1-2874-6169-47A9-A2E4346B1165}"/>
              </a:ext>
            </a:extLst>
          </p:cNvPr>
          <p:cNvSpPr txBox="1"/>
          <p:nvPr/>
        </p:nvSpPr>
        <p:spPr>
          <a:xfrm>
            <a:off x="1708777" y="3891670"/>
            <a:ext cx="703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/>
              <a:t>poligoni</a:t>
            </a:r>
            <a:endParaRPr lang="en-US" sz="600" dirty="0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586DDDBF-99DB-F117-8FDA-AE6E68B73E4D}"/>
              </a:ext>
            </a:extLst>
          </p:cNvPr>
          <p:cNvSpPr/>
          <p:nvPr/>
        </p:nvSpPr>
        <p:spPr>
          <a:xfrm>
            <a:off x="8256124" y="3722272"/>
            <a:ext cx="1315453" cy="3981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Dashboarding</a:t>
            </a:r>
            <a:endParaRPr lang="en-US" sz="1000" dirty="0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6FFF2924-C8DE-BE9A-4ABD-10DABF11186A}"/>
              </a:ext>
            </a:extLst>
          </p:cNvPr>
          <p:cNvSpPr/>
          <p:nvPr/>
        </p:nvSpPr>
        <p:spPr>
          <a:xfrm>
            <a:off x="4487938" y="3318036"/>
            <a:ext cx="1062786" cy="4633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Cube computing</a:t>
            </a:r>
            <a:endParaRPr lang="en-US" sz="1000" dirty="0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9E134147-3086-6F1F-F461-43304DDE2626}"/>
              </a:ext>
            </a:extLst>
          </p:cNvPr>
          <p:cNvSpPr txBox="1"/>
          <p:nvPr/>
        </p:nvSpPr>
        <p:spPr>
          <a:xfrm>
            <a:off x="2186291" y="3213316"/>
            <a:ext cx="14437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Environment storage</a:t>
            </a:r>
          </a:p>
        </p:txBody>
      </p: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5087E64C-88BE-3E14-C674-CA0C7B2E031F}"/>
              </a:ext>
            </a:extLst>
          </p:cNvPr>
          <p:cNvGrpSpPr/>
          <p:nvPr/>
        </p:nvGrpSpPr>
        <p:grpSpPr>
          <a:xfrm>
            <a:off x="2065977" y="3116629"/>
            <a:ext cx="1475872" cy="486414"/>
            <a:chOff x="4965030" y="2995794"/>
            <a:chExt cx="1379622" cy="486414"/>
          </a:xfrm>
        </p:grpSpPr>
        <p:sp>
          <p:nvSpPr>
            <p:cNvPr id="46" name="Segno di sottrazione 45">
              <a:extLst>
                <a:ext uri="{FF2B5EF4-FFF2-40B4-BE49-F238E27FC236}">
                  <a16:creationId xmlns:a16="http://schemas.microsoft.com/office/drawing/2014/main" id="{9DCCAD83-FB5B-1BB7-48A5-51D53EEB8FE9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7" name="Segno di sottrazione 46">
              <a:extLst>
                <a:ext uri="{FF2B5EF4-FFF2-40B4-BE49-F238E27FC236}">
                  <a16:creationId xmlns:a16="http://schemas.microsoft.com/office/drawing/2014/main" id="{4B50039D-AEE9-EFED-BED3-4AB9E4806A70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48" name="Ovale 47">
            <a:extLst>
              <a:ext uri="{FF2B5EF4-FFF2-40B4-BE49-F238E27FC236}">
                <a16:creationId xmlns:a16="http://schemas.microsoft.com/office/drawing/2014/main" id="{8534F350-1587-36A3-7838-2014F365FE8E}"/>
              </a:ext>
            </a:extLst>
          </p:cNvPr>
          <p:cNvSpPr/>
          <p:nvPr/>
        </p:nvSpPr>
        <p:spPr>
          <a:xfrm>
            <a:off x="6008214" y="6111220"/>
            <a:ext cx="1047252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</a:t>
            </a:r>
            <a:b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ESA </a:t>
            </a:r>
            <a:r>
              <a:rPr lang="en-US" sz="1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imgs</a:t>
            </a:r>
            <a:endParaRPr lang="en-US" sz="1000" dirty="0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805D829A-4E10-774B-50AD-81B7B62A150A}"/>
              </a:ext>
            </a:extLst>
          </p:cNvPr>
          <p:cNvSpPr/>
          <p:nvPr/>
        </p:nvSpPr>
        <p:spPr>
          <a:xfrm>
            <a:off x="4592997" y="6280664"/>
            <a:ext cx="753477" cy="21356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ESA server</a:t>
            </a:r>
            <a:endParaRPr lang="en-US" sz="1000" dirty="0"/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3619B8EB-D3A4-84D6-0D92-AEF9E5B6D690}"/>
              </a:ext>
            </a:extLst>
          </p:cNvPr>
          <p:cNvCxnSpPr>
            <a:cxnSpLocks/>
            <a:stCxn id="49" idx="3"/>
            <a:endCxn id="48" idx="2"/>
          </p:cNvCxnSpPr>
          <p:nvPr/>
        </p:nvCxnSpPr>
        <p:spPr>
          <a:xfrm>
            <a:off x="5346474" y="6387445"/>
            <a:ext cx="661740" cy="3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3C2A70F8-A2B6-1BF5-8AE7-52EED61CA814}"/>
              </a:ext>
            </a:extLst>
          </p:cNvPr>
          <p:cNvSpPr txBox="1"/>
          <p:nvPr/>
        </p:nvSpPr>
        <p:spPr>
          <a:xfrm>
            <a:off x="5233678" y="6151470"/>
            <a:ext cx="116806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immagini </a:t>
            </a:r>
            <a:r>
              <a:rPr lang="en-US" sz="600" dirty="0" err="1"/>
              <a:t>satellitari</a:t>
            </a:r>
            <a:endParaRPr lang="en-US" sz="600" dirty="0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B4B2D06F-56F5-D276-4BF7-AEF39E0AC216}"/>
              </a:ext>
            </a:extLst>
          </p:cNvPr>
          <p:cNvSpPr txBox="1"/>
          <p:nvPr/>
        </p:nvSpPr>
        <p:spPr>
          <a:xfrm>
            <a:off x="7287570" y="6261574"/>
            <a:ext cx="979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Images storage</a:t>
            </a:r>
          </a:p>
        </p:txBody>
      </p:sp>
      <p:grpSp>
        <p:nvGrpSpPr>
          <p:cNvPr id="53" name="Gruppo 52">
            <a:extLst>
              <a:ext uri="{FF2B5EF4-FFF2-40B4-BE49-F238E27FC236}">
                <a16:creationId xmlns:a16="http://schemas.microsoft.com/office/drawing/2014/main" id="{7F706989-23B2-0A0F-7731-386C924EF804}"/>
              </a:ext>
            </a:extLst>
          </p:cNvPr>
          <p:cNvGrpSpPr/>
          <p:nvPr/>
        </p:nvGrpSpPr>
        <p:grpSpPr>
          <a:xfrm>
            <a:off x="7259502" y="6184967"/>
            <a:ext cx="1047251" cy="456583"/>
            <a:chOff x="4965030" y="2995794"/>
            <a:chExt cx="1379622" cy="486414"/>
          </a:xfrm>
        </p:grpSpPr>
        <p:sp>
          <p:nvSpPr>
            <p:cNvPr id="54" name="Segno di sottrazione 53">
              <a:extLst>
                <a:ext uri="{FF2B5EF4-FFF2-40B4-BE49-F238E27FC236}">
                  <a16:creationId xmlns:a16="http://schemas.microsoft.com/office/drawing/2014/main" id="{854775E0-5F74-4482-5F21-0BE484DF053A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5" name="Segno di sottrazione 54">
              <a:extLst>
                <a:ext uri="{FF2B5EF4-FFF2-40B4-BE49-F238E27FC236}">
                  <a16:creationId xmlns:a16="http://schemas.microsoft.com/office/drawing/2014/main" id="{E0B538EE-BF92-961A-5690-A282AB68CE48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96FD23DF-0E96-6D7E-799C-24CFD0F6DC3E}"/>
              </a:ext>
            </a:extLst>
          </p:cNvPr>
          <p:cNvCxnSpPr>
            <a:cxnSpLocks/>
            <a:stCxn id="48" idx="6"/>
            <a:endCxn id="52" idx="1"/>
          </p:cNvCxnSpPr>
          <p:nvPr/>
        </p:nvCxnSpPr>
        <p:spPr>
          <a:xfrm flipV="1">
            <a:off x="7055466" y="6384685"/>
            <a:ext cx="232104" cy="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e 56">
            <a:extLst>
              <a:ext uri="{FF2B5EF4-FFF2-40B4-BE49-F238E27FC236}">
                <a16:creationId xmlns:a16="http://schemas.microsoft.com/office/drawing/2014/main" id="{012899B0-617F-05FE-4444-768CDCDBA2CB}"/>
              </a:ext>
            </a:extLst>
          </p:cNvPr>
          <p:cNvSpPr/>
          <p:nvPr/>
        </p:nvSpPr>
        <p:spPr>
          <a:xfrm>
            <a:off x="8637615" y="6076018"/>
            <a:ext cx="1211183" cy="62399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Atmospheric correction &amp; conversion</a:t>
            </a:r>
            <a:endParaRPr lang="en-US" sz="1000" dirty="0"/>
          </a:p>
        </p:txBody>
      </p: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0143E65A-B539-5FAC-7840-3D728959EEE0}"/>
              </a:ext>
            </a:extLst>
          </p:cNvPr>
          <p:cNvCxnSpPr>
            <a:cxnSpLocks/>
            <a:stCxn id="52" idx="3"/>
            <a:endCxn id="57" idx="2"/>
          </p:cNvCxnSpPr>
          <p:nvPr/>
        </p:nvCxnSpPr>
        <p:spPr>
          <a:xfrm>
            <a:off x="8266649" y="6384685"/>
            <a:ext cx="370966" cy="3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13A629F0-7F04-F3CB-3731-7A17A3B1C374}"/>
              </a:ext>
            </a:extLst>
          </p:cNvPr>
          <p:cNvSpPr txBox="1"/>
          <p:nvPr/>
        </p:nvSpPr>
        <p:spPr>
          <a:xfrm>
            <a:off x="10066869" y="6263142"/>
            <a:ext cx="9304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RGB images</a:t>
            </a:r>
          </a:p>
        </p:txBody>
      </p: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DF2B1B74-3129-07D4-D90F-A64A9E50A640}"/>
              </a:ext>
            </a:extLst>
          </p:cNvPr>
          <p:cNvGrpSpPr/>
          <p:nvPr/>
        </p:nvGrpSpPr>
        <p:grpSpPr>
          <a:xfrm>
            <a:off x="9998696" y="6189385"/>
            <a:ext cx="930447" cy="412060"/>
            <a:chOff x="4965030" y="2995794"/>
            <a:chExt cx="1379622" cy="486414"/>
          </a:xfrm>
        </p:grpSpPr>
        <p:sp>
          <p:nvSpPr>
            <p:cNvPr id="61" name="Segno di sottrazione 60">
              <a:extLst>
                <a:ext uri="{FF2B5EF4-FFF2-40B4-BE49-F238E27FC236}">
                  <a16:creationId xmlns:a16="http://schemas.microsoft.com/office/drawing/2014/main" id="{0ED0C1E6-7468-B99D-CE1D-A2EF776C1034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2" name="Segno di sottrazione 61">
              <a:extLst>
                <a:ext uri="{FF2B5EF4-FFF2-40B4-BE49-F238E27FC236}">
                  <a16:creationId xmlns:a16="http://schemas.microsoft.com/office/drawing/2014/main" id="{099F83E5-C873-1E74-2C77-E3730DE6974D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31573ABD-EEFD-F27C-1AA4-E9E31AAD7650}"/>
              </a:ext>
            </a:extLst>
          </p:cNvPr>
          <p:cNvCxnSpPr>
            <a:cxnSpLocks/>
            <a:stCxn id="57" idx="6"/>
          </p:cNvCxnSpPr>
          <p:nvPr/>
        </p:nvCxnSpPr>
        <p:spPr>
          <a:xfrm flipV="1">
            <a:off x="9848798" y="6386253"/>
            <a:ext cx="218071" cy="1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e 63">
            <a:extLst>
              <a:ext uri="{FF2B5EF4-FFF2-40B4-BE49-F238E27FC236}">
                <a16:creationId xmlns:a16="http://schemas.microsoft.com/office/drawing/2014/main" id="{C9835402-FE7F-950E-8FA1-F15BA39E9540}"/>
              </a:ext>
            </a:extLst>
          </p:cNvPr>
          <p:cNvSpPr/>
          <p:nvPr/>
        </p:nvSpPr>
        <p:spPr>
          <a:xfrm>
            <a:off x="5427184" y="4039827"/>
            <a:ext cx="881313" cy="5267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Bug spread analysis</a:t>
            </a:r>
            <a:endParaRPr lang="en-US" sz="1000" dirty="0"/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BBF2696C-CDB8-A4CD-F347-2B77C5BD7024}"/>
              </a:ext>
            </a:extLst>
          </p:cNvPr>
          <p:cNvSpPr txBox="1"/>
          <p:nvPr/>
        </p:nvSpPr>
        <p:spPr>
          <a:xfrm>
            <a:off x="7277619" y="987707"/>
            <a:ext cx="9344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Catch storage</a:t>
            </a:r>
          </a:p>
        </p:txBody>
      </p: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3729B86B-C116-188B-BF89-0A01341178AB}"/>
              </a:ext>
            </a:extLst>
          </p:cNvPr>
          <p:cNvGrpSpPr/>
          <p:nvPr/>
        </p:nvGrpSpPr>
        <p:grpSpPr>
          <a:xfrm>
            <a:off x="7229491" y="937022"/>
            <a:ext cx="998622" cy="381255"/>
            <a:chOff x="4965030" y="2995794"/>
            <a:chExt cx="1379622" cy="486414"/>
          </a:xfrm>
        </p:grpSpPr>
        <p:sp>
          <p:nvSpPr>
            <p:cNvPr id="67" name="Segno di sottrazione 66">
              <a:extLst>
                <a:ext uri="{FF2B5EF4-FFF2-40B4-BE49-F238E27FC236}">
                  <a16:creationId xmlns:a16="http://schemas.microsoft.com/office/drawing/2014/main" id="{FF67CA68-797C-3A2D-9667-CB326F6DDD13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8" name="Segno di sottrazione 67">
              <a:extLst>
                <a:ext uri="{FF2B5EF4-FFF2-40B4-BE49-F238E27FC236}">
                  <a16:creationId xmlns:a16="http://schemas.microsoft.com/office/drawing/2014/main" id="{65287665-26CB-FFDD-F3F2-7BA87552471F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69" name="Ovale 68">
            <a:extLst>
              <a:ext uri="{FF2B5EF4-FFF2-40B4-BE49-F238E27FC236}">
                <a16:creationId xmlns:a16="http://schemas.microsoft.com/office/drawing/2014/main" id="{48049165-8107-B4A7-02D7-B74B3581833E}"/>
              </a:ext>
            </a:extLst>
          </p:cNvPr>
          <p:cNvSpPr/>
          <p:nvPr/>
        </p:nvSpPr>
        <p:spPr>
          <a:xfrm>
            <a:off x="5002814" y="1065708"/>
            <a:ext cx="1303589" cy="486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Catches Normalization</a:t>
            </a:r>
            <a:endParaRPr lang="en-US" sz="1000" dirty="0"/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0CE30379-B22B-228D-A0B3-52392F6C53B4}"/>
              </a:ext>
            </a:extLst>
          </p:cNvPr>
          <p:cNvSpPr txBox="1"/>
          <p:nvPr/>
        </p:nvSpPr>
        <p:spPr>
          <a:xfrm>
            <a:off x="2966684" y="1497047"/>
            <a:ext cx="835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Trap storage</a:t>
            </a:r>
          </a:p>
        </p:txBody>
      </p:sp>
      <p:grpSp>
        <p:nvGrpSpPr>
          <p:cNvPr id="71" name="Gruppo 70">
            <a:extLst>
              <a:ext uri="{FF2B5EF4-FFF2-40B4-BE49-F238E27FC236}">
                <a16:creationId xmlns:a16="http://schemas.microsoft.com/office/drawing/2014/main" id="{41FA96C8-490B-3808-F9F7-F28758EAF840}"/>
              </a:ext>
            </a:extLst>
          </p:cNvPr>
          <p:cNvGrpSpPr/>
          <p:nvPr/>
        </p:nvGrpSpPr>
        <p:grpSpPr>
          <a:xfrm>
            <a:off x="2926576" y="1461362"/>
            <a:ext cx="906376" cy="338554"/>
            <a:chOff x="4965030" y="2995794"/>
            <a:chExt cx="1379622" cy="486414"/>
          </a:xfrm>
        </p:grpSpPr>
        <p:sp>
          <p:nvSpPr>
            <p:cNvPr id="72" name="Segno di sottrazione 71">
              <a:extLst>
                <a:ext uri="{FF2B5EF4-FFF2-40B4-BE49-F238E27FC236}">
                  <a16:creationId xmlns:a16="http://schemas.microsoft.com/office/drawing/2014/main" id="{2402D10D-6EC3-E7C1-E9C9-58201BBDF08E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3" name="Segno di sottrazione 72">
              <a:extLst>
                <a:ext uri="{FF2B5EF4-FFF2-40B4-BE49-F238E27FC236}">
                  <a16:creationId xmlns:a16="http://schemas.microsoft.com/office/drawing/2014/main" id="{DB6E066F-B635-B9B8-B6C5-D9EC71467241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D06A6039-3B62-B672-919C-9089B1873C63}"/>
              </a:ext>
            </a:extLst>
          </p:cNvPr>
          <p:cNvSpPr txBox="1"/>
          <p:nvPr/>
        </p:nvSpPr>
        <p:spPr>
          <a:xfrm>
            <a:off x="3777331" y="1154201"/>
            <a:ext cx="9946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Temp storage</a:t>
            </a:r>
          </a:p>
        </p:txBody>
      </p:sp>
      <p:grpSp>
        <p:nvGrpSpPr>
          <p:cNvPr id="75" name="Gruppo 74">
            <a:extLst>
              <a:ext uri="{FF2B5EF4-FFF2-40B4-BE49-F238E27FC236}">
                <a16:creationId xmlns:a16="http://schemas.microsoft.com/office/drawing/2014/main" id="{630B0A1C-6E05-C880-57B7-74BC07813990}"/>
              </a:ext>
            </a:extLst>
          </p:cNvPr>
          <p:cNvGrpSpPr/>
          <p:nvPr/>
        </p:nvGrpSpPr>
        <p:grpSpPr>
          <a:xfrm>
            <a:off x="3689098" y="1093121"/>
            <a:ext cx="1066813" cy="404154"/>
            <a:chOff x="4965030" y="2995794"/>
            <a:chExt cx="1379622" cy="486414"/>
          </a:xfrm>
        </p:grpSpPr>
        <p:sp>
          <p:nvSpPr>
            <p:cNvPr id="76" name="Segno di sottrazione 75">
              <a:extLst>
                <a:ext uri="{FF2B5EF4-FFF2-40B4-BE49-F238E27FC236}">
                  <a16:creationId xmlns:a16="http://schemas.microsoft.com/office/drawing/2014/main" id="{93AC3CE0-C4C7-3BDA-9349-A2A24E03883A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7" name="Segno di sottrazione 76">
              <a:extLst>
                <a:ext uri="{FF2B5EF4-FFF2-40B4-BE49-F238E27FC236}">
                  <a16:creationId xmlns:a16="http://schemas.microsoft.com/office/drawing/2014/main" id="{D2F24D62-D546-9043-8495-CAC7550CAA1B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A5A327F0-F2A2-1A79-F3A5-11793CF6D2A8}"/>
              </a:ext>
            </a:extLst>
          </p:cNvPr>
          <p:cNvSpPr txBox="1"/>
          <p:nvPr/>
        </p:nvSpPr>
        <p:spPr>
          <a:xfrm>
            <a:off x="5687865" y="3427139"/>
            <a:ext cx="385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DW</a:t>
            </a:r>
          </a:p>
        </p:txBody>
      </p:sp>
      <p:grpSp>
        <p:nvGrpSpPr>
          <p:cNvPr id="79" name="Gruppo 78">
            <a:extLst>
              <a:ext uri="{FF2B5EF4-FFF2-40B4-BE49-F238E27FC236}">
                <a16:creationId xmlns:a16="http://schemas.microsoft.com/office/drawing/2014/main" id="{99B7C151-B1D3-C6C2-D643-E5149990DF6B}"/>
              </a:ext>
            </a:extLst>
          </p:cNvPr>
          <p:cNvGrpSpPr/>
          <p:nvPr/>
        </p:nvGrpSpPr>
        <p:grpSpPr>
          <a:xfrm>
            <a:off x="5669818" y="3315879"/>
            <a:ext cx="403066" cy="486414"/>
            <a:chOff x="4965030" y="2995794"/>
            <a:chExt cx="1379622" cy="486414"/>
          </a:xfrm>
        </p:grpSpPr>
        <p:sp>
          <p:nvSpPr>
            <p:cNvPr id="80" name="Segno di sottrazione 79">
              <a:extLst>
                <a:ext uri="{FF2B5EF4-FFF2-40B4-BE49-F238E27FC236}">
                  <a16:creationId xmlns:a16="http://schemas.microsoft.com/office/drawing/2014/main" id="{BDCFC77A-4CD6-8D2B-45DA-822621DF0CCC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81" name="Segno di sottrazione 80">
              <a:extLst>
                <a:ext uri="{FF2B5EF4-FFF2-40B4-BE49-F238E27FC236}">
                  <a16:creationId xmlns:a16="http://schemas.microsoft.com/office/drawing/2014/main" id="{42A5E46B-E822-4F46-F6C1-977193D8E3FE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82" name="Rettangolo 81">
            <a:extLst>
              <a:ext uri="{FF2B5EF4-FFF2-40B4-BE49-F238E27FC236}">
                <a16:creationId xmlns:a16="http://schemas.microsoft.com/office/drawing/2014/main" id="{C12FF982-38E1-BAC4-ACE8-E31E39814DB4}"/>
              </a:ext>
            </a:extLst>
          </p:cNvPr>
          <p:cNvSpPr/>
          <p:nvPr/>
        </p:nvSpPr>
        <p:spPr>
          <a:xfrm>
            <a:off x="6256861" y="4540683"/>
            <a:ext cx="810127" cy="213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Agronomist</a:t>
            </a:r>
            <a:endParaRPr lang="en-US" sz="1000" dirty="0"/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CE5BC7E1-FB67-FB6B-5126-807176A8D293}"/>
              </a:ext>
            </a:extLst>
          </p:cNvPr>
          <p:cNvSpPr/>
          <p:nvPr/>
        </p:nvSpPr>
        <p:spPr>
          <a:xfrm>
            <a:off x="6256861" y="4891787"/>
            <a:ext cx="810127" cy="213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Researcher</a:t>
            </a:r>
            <a:endParaRPr lang="en-US" sz="1000" dirty="0"/>
          </a:p>
        </p:txBody>
      </p:sp>
      <p:sp>
        <p:nvSpPr>
          <p:cNvPr id="84" name="Ovale 83">
            <a:extLst>
              <a:ext uri="{FF2B5EF4-FFF2-40B4-BE49-F238E27FC236}">
                <a16:creationId xmlns:a16="http://schemas.microsoft.com/office/drawing/2014/main" id="{B73815B1-2FFC-B8F9-062E-A4D19F4F4C0B}"/>
              </a:ext>
            </a:extLst>
          </p:cNvPr>
          <p:cNvSpPr/>
          <p:nvPr/>
        </p:nvSpPr>
        <p:spPr>
          <a:xfrm>
            <a:off x="6082547" y="5394005"/>
            <a:ext cx="914904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</a:t>
            </a:r>
            <a:b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ESA </a:t>
            </a:r>
            <a:r>
              <a:rPr lang="en-US" sz="1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imgs</a:t>
            </a:r>
            <a:endParaRPr lang="en-US" sz="1000" dirty="0"/>
          </a:p>
        </p:txBody>
      </p:sp>
      <p:cxnSp>
        <p:nvCxnSpPr>
          <p:cNvPr id="85" name="Connettore a gomito 84">
            <a:extLst>
              <a:ext uri="{FF2B5EF4-FFF2-40B4-BE49-F238E27FC236}">
                <a16:creationId xmlns:a16="http://schemas.microsoft.com/office/drawing/2014/main" id="{91D6A3C0-A900-13FF-7C92-F1FCD467F412}"/>
              </a:ext>
            </a:extLst>
          </p:cNvPr>
          <p:cNvCxnSpPr>
            <a:cxnSpLocks/>
            <a:stCxn id="54" idx="3"/>
          </p:cNvCxnSpPr>
          <p:nvPr/>
        </p:nvCxnSpPr>
        <p:spPr>
          <a:xfrm rot="16200000" flipV="1">
            <a:off x="7104587" y="5566102"/>
            <a:ext cx="571406" cy="7856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51F3D943-3180-9254-27BD-B7868FE95C64}"/>
              </a:ext>
            </a:extLst>
          </p:cNvPr>
          <p:cNvSpPr txBox="1"/>
          <p:nvPr/>
        </p:nvSpPr>
        <p:spPr>
          <a:xfrm>
            <a:off x="4555781" y="5553637"/>
            <a:ext cx="1019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Indexed storage</a:t>
            </a:r>
          </a:p>
        </p:txBody>
      </p:sp>
      <p:grpSp>
        <p:nvGrpSpPr>
          <p:cNvPr id="87" name="Gruppo 86">
            <a:extLst>
              <a:ext uri="{FF2B5EF4-FFF2-40B4-BE49-F238E27FC236}">
                <a16:creationId xmlns:a16="http://schemas.microsoft.com/office/drawing/2014/main" id="{BB2425EC-BB0D-6D6E-5906-36DDA5323322}"/>
              </a:ext>
            </a:extLst>
          </p:cNvPr>
          <p:cNvGrpSpPr/>
          <p:nvPr/>
        </p:nvGrpSpPr>
        <p:grpSpPr>
          <a:xfrm>
            <a:off x="4527713" y="5477030"/>
            <a:ext cx="1047251" cy="456583"/>
            <a:chOff x="4965030" y="2995794"/>
            <a:chExt cx="1379622" cy="486414"/>
          </a:xfrm>
        </p:grpSpPr>
        <p:sp>
          <p:nvSpPr>
            <p:cNvPr id="88" name="Segno di sottrazione 87">
              <a:extLst>
                <a:ext uri="{FF2B5EF4-FFF2-40B4-BE49-F238E27FC236}">
                  <a16:creationId xmlns:a16="http://schemas.microsoft.com/office/drawing/2014/main" id="{FA9C934F-EF7B-BAE5-83BD-3A1D799819CC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89" name="Segno di sottrazione 88">
              <a:extLst>
                <a:ext uri="{FF2B5EF4-FFF2-40B4-BE49-F238E27FC236}">
                  <a16:creationId xmlns:a16="http://schemas.microsoft.com/office/drawing/2014/main" id="{FC5DF148-03B6-9970-484F-1B46B4D6E608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90" name="Connettore 2 89">
            <a:extLst>
              <a:ext uri="{FF2B5EF4-FFF2-40B4-BE49-F238E27FC236}">
                <a16:creationId xmlns:a16="http://schemas.microsoft.com/office/drawing/2014/main" id="{4000EF2E-14BE-072D-CDDF-15D1E9A4E7BC}"/>
              </a:ext>
            </a:extLst>
          </p:cNvPr>
          <p:cNvCxnSpPr>
            <a:cxnSpLocks/>
            <a:endCxn id="86" idx="3"/>
          </p:cNvCxnSpPr>
          <p:nvPr/>
        </p:nvCxnSpPr>
        <p:spPr>
          <a:xfrm flipH="1">
            <a:off x="5574964" y="5673238"/>
            <a:ext cx="507583" cy="3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ttangolo 90">
            <a:extLst>
              <a:ext uri="{FF2B5EF4-FFF2-40B4-BE49-F238E27FC236}">
                <a16:creationId xmlns:a16="http://schemas.microsoft.com/office/drawing/2014/main" id="{E0163C74-9885-31CE-92CF-BA698693BBA8}"/>
              </a:ext>
            </a:extLst>
          </p:cNvPr>
          <p:cNvSpPr/>
          <p:nvPr/>
        </p:nvSpPr>
        <p:spPr>
          <a:xfrm>
            <a:off x="8155715" y="1301059"/>
            <a:ext cx="1058786" cy="21356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Weather station</a:t>
            </a:r>
            <a:endParaRPr lang="en-US" sz="1000" dirty="0"/>
          </a:p>
        </p:txBody>
      </p:sp>
      <p:sp>
        <p:nvSpPr>
          <p:cNvPr id="92" name="Ovale 91">
            <a:extLst>
              <a:ext uri="{FF2B5EF4-FFF2-40B4-BE49-F238E27FC236}">
                <a16:creationId xmlns:a16="http://schemas.microsoft.com/office/drawing/2014/main" id="{45A6D9E5-A2EA-A541-289E-0FAF133551E9}"/>
              </a:ext>
            </a:extLst>
          </p:cNvPr>
          <p:cNvSpPr/>
          <p:nvPr/>
        </p:nvSpPr>
        <p:spPr>
          <a:xfrm>
            <a:off x="8059465" y="1698552"/>
            <a:ext cx="1251286" cy="33164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 weather data</a:t>
            </a:r>
            <a:endParaRPr lang="en-US" sz="1000" dirty="0"/>
          </a:p>
        </p:txBody>
      </p: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9D318EC3-2746-A968-CEE1-9E7B5DC54C24}"/>
              </a:ext>
            </a:extLst>
          </p:cNvPr>
          <p:cNvSpPr txBox="1"/>
          <p:nvPr/>
        </p:nvSpPr>
        <p:spPr>
          <a:xfrm>
            <a:off x="8187329" y="2230533"/>
            <a:ext cx="9464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Meteo</a:t>
            </a:r>
            <a:r>
              <a:rPr lang="en-US" sz="1000" dirty="0"/>
              <a:t> storage</a:t>
            </a:r>
          </a:p>
        </p:txBody>
      </p:sp>
      <p:grpSp>
        <p:nvGrpSpPr>
          <p:cNvPr id="94" name="Gruppo 93">
            <a:extLst>
              <a:ext uri="{FF2B5EF4-FFF2-40B4-BE49-F238E27FC236}">
                <a16:creationId xmlns:a16="http://schemas.microsoft.com/office/drawing/2014/main" id="{CB3B551A-9A48-4C50-BE49-B38040A8E952}"/>
              </a:ext>
            </a:extLst>
          </p:cNvPr>
          <p:cNvGrpSpPr/>
          <p:nvPr/>
        </p:nvGrpSpPr>
        <p:grpSpPr>
          <a:xfrm>
            <a:off x="8151211" y="2169453"/>
            <a:ext cx="1066813" cy="404154"/>
            <a:chOff x="4965030" y="2995794"/>
            <a:chExt cx="1379622" cy="486414"/>
          </a:xfrm>
        </p:grpSpPr>
        <p:sp>
          <p:nvSpPr>
            <p:cNvPr id="95" name="Segno di sottrazione 94">
              <a:extLst>
                <a:ext uri="{FF2B5EF4-FFF2-40B4-BE49-F238E27FC236}">
                  <a16:creationId xmlns:a16="http://schemas.microsoft.com/office/drawing/2014/main" id="{8E0C51CF-D523-6473-C025-0123F88E098B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96" name="Segno di sottrazione 95">
              <a:extLst>
                <a:ext uri="{FF2B5EF4-FFF2-40B4-BE49-F238E27FC236}">
                  <a16:creationId xmlns:a16="http://schemas.microsoft.com/office/drawing/2014/main" id="{6C08EF85-34C6-1BA2-89FE-8CA157953983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97" name="Ovale 96">
            <a:extLst>
              <a:ext uri="{FF2B5EF4-FFF2-40B4-BE49-F238E27FC236}">
                <a16:creationId xmlns:a16="http://schemas.microsoft.com/office/drawing/2014/main" id="{79147099-3669-7C58-8757-700AFDD907C6}"/>
              </a:ext>
            </a:extLst>
          </p:cNvPr>
          <p:cNvSpPr/>
          <p:nvPr/>
        </p:nvSpPr>
        <p:spPr>
          <a:xfrm>
            <a:off x="9441605" y="2148921"/>
            <a:ext cx="1010639" cy="4163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Aggregate data</a:t>
            </a:r>
            <a:endParaRPr lang="en-US" sz="1000" dirty="0"/>
          </a:p>
        </p:txBody>
      </p:sp>
      <p:sp>
        <p:nvSpPr>
          <p:cNvPr id="98" name="CasellaDiTesto 97">
            <a:extLst>
              <a:ext uri="{FF2B5EF4-FFF2-40B4-BE49-F238E27FC236}">
                <a16:creationId xmlns:a16="http://schemas.microsoft.com/office/drawing/2014/main" id="{4E55E4BD-8DFE-5ECA-828C-D15A078B0CD2}"/>
              </a:ext>
            </a:extLst>
          </p:cNvPr>
          <p:cNvSpPr txBox="1"/>
          <p:nvPr/>
        </p:nvSpPr>
        <p:spPr>
          <a:xfrm>
            <a:off x="9335459" y="2806074"/>
            <a:ext cx="1198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Agg. </a:t>
            </a:r>
            <a:r>
              <a:rPr lang="en-US" sz="1000" dirty="0" err="1"/>
              <a:t>meteo</a:t>
            </a:r>
            <a:r>
              <a:rPr lang="en-US" sz="1000" dirty="0"/>
              <a:t> storage</a:t>
            </a:r>
          </a:p>
        </p:txBody>
      </p: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818E7618-D047-CD67-13B9-98B489A7EF0E}"/>
              </a:ext>
            </a:extLst>
          </p:cNvPr>
          <p:cNvGrpSpPr/>
          <p:nvPr/>
        </p:nvGrpSpPr>
        <p:grpSpPr>
          <a:xfrm>
            <a:off x="9239205" y="2744994"/>
            <a:ext cx="1422730" cy="404154"/>
            <a:chOff x="4965030" y="2995794"/>
            <a:chExt cx="1379622" cy="486414"/>
          </a:xfrm>
        </p:grpSpPr>
        <p:sp>
          <p:nvSpPr>
            <p:cNvPr id="100" name="Segno di sottrazione 99">
              <a:extLst>
                <a:ext uri="{FF2B5EF4-FFF2-40B4-BE49-F238E27FC236}">
                  <a16:creationId xmlns:a16="http://schemas.microsoft.com/office/drawing/2014/main" id="{29BAFBED-3891-F675-5578-9CD0A2519178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1" name="Segno di sottrazione 100">
              <a:extLst>
                <a:ext uri="{FF2B5EF4-FFF2-40B4-BE49-F238E27FC236}">
                  <a16:creationId xmlns:a16="http://schemas.microsoft.com/office/drawing/2014/main" id="{713CDBC0-E807-1ABA-8F92-7D945BCA72E8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02" name="Connettore a gomito 101">
            <a:extLst>
              <a:ext uri="{FF2B5EF4-FFF2-40B4-BE49-F238E27FC236}">
                <a16:creationId xmlns:a16="http://schemas.microsoft.com/office/drawing/2014/main" id="{CFDFDCA8-93B4-8721-79A6-ED838348E800}"/>
              </a:ext>
            </a:extLst>
          </p:cNvPr>
          <p:cNvCxnSpPr>
            <a:stCxn id="35" idx="1"/>
            <a:endCxn id="36" idx="6"/>
          </p:cNvCxnSpPr>
          <p:nvPr/>
        </p:nvCxnSpPr>
        <p:spPr>
          <a:xfrm rot="10800000">
            <a:off x="3752123" y="789630"/>
            <a:ext cx="515591" cy="31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ttore a gomito 102">
            <a:extLst>
              <a:ext uri="{FF2B5EF4-FFF2-40B4-BE49-F238E27FC236}">
                <a16:creationId xmlns:a16="http://schemas.microsoft.com/office/drawing/2014/main" id="{49FBEC0E-4645-2EE7-1C42-E2DED11CAADC}"/>
              </a:ext>
            </a:extLst>
          </p:cNvPr>
          <p:cNvCxnSpPr>
            <a:cxnSpLocks/>
            <a:stCxn id="35" idx="3"/>
            <a:endCxn id="37" idx="2"/>
          </p:cNvCxnSpPr>
          <p:nvPr/>
        </p:nvCxnSpPr>
        <p:spPr>
          <a:xfrm flipV="1">
            <a:off x="5518998" y="792505"/>
            <a:ext cx="591550" cy="3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a gomito 103">
            <a:extLst>
              <a:ext uri="{FF2B5EF4-FFF2-40B4-BE49-F238E27FC236}">
                <a16:creationId xmlns:a16="http://schemas.microsoft.com/office/drawing/2014/main" id="{7996B537-6642-3A97-82F4-5EC9B73C80E9}"/>
              </a:ext>
            </a:extLst>
          </p:cNvPr>
          <p:cNvCxnSpPr>
            <a:cxnSpLocks/>
            <a:stCxn id="37" idx="6"/>
            <a:endCxn id="67" idx="3"/>
          </p:cNvCxnSpPr>
          <p:nvPr/>
        </p:nvCxnSpPr>
        <p:spPr>
          <a:xfrm>
            <a:off x="7137252" y="792505"/>
            <a:ext cx="591550" cy="1943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ttore a gomito 104">
            <a:extLst>
              <a:ext uri="{FF2B5EF4-FFF2-40B4-BE49-F238E27FC236}">
                <a16:creationId xmlns:a16="http://schemas.microsoft.com/office/drawing/2014/main" id="{076EAE40-83F2-DA4D-2BC3-6EA276847709}"/>
              </a:ext>
            </a:extLst>
          </p:cNvPr>
          <p:cNvCxnSpPr>
            <a:cxnSpLocks/>
            <a:stCxn id="65" idx="1"/>
            <a:endCxn id="69" idx="6"/>
          </p:cNvCxnSpPr>
          <p:nvPr/>
        </p:nvCxnSpPr>
        <p:spPr>
          <a:xfrm rot="10800000" flipV="1">
            <a:off x="6306403" y="1110818"/>
            <a:ext cx="971216" cy="1983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ttore a gomito 105">
            <a:extLst>
              <a:ext uri="{FF2B5EF4-FFF2-40B4-BE49-F238E27FC236}">
                <a16:creationId xmlns:a16="http://schemas.microsoft.com/office/drawing/2014/main" id="{7DCF41C2-8E61-2810-288A-C9241697F491}"/>
              </a:ext>
            </a:extLst>
          </p:cNvPr>
          <p:cNvCxnSpPr>
            <a:cxnSpLocks/>
            <a:stCxn id="69" idx="2"/>
          </p:cNvCxnSpPr>
          <p:nvPr/>
        </p:nvCxnSpPr>
        <p:spPr>
          <a:xfrm rot="10800000">
            <a:off x="4639358" y="1273200"/>
            <a:ext cx="363456" cy="359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ttore a gomito 106">
            <a:extLst>
              <a:ext uri="{FF2B5EF4-FFF2-40B4-BE49-F238E27FC236}">
                <a16:creationId xmlns:a16="http://schemas.microsoft.com/office/drawing/2014/main" id="{A1768452-CA0C-6B39-A832-1E9DC2416430}"/>
              </a:ext>
            </a:extLst>
          </p:cNvPr>
          <p:cNvCxnSpPr>
            <a:cxnSpLocks/>
            <a:stCxn id="36" idx="4"/>
            <a:endCxn id="72" idx="3"/>
          </p:cNvCxnSpPr>
          <p:nvPr/>
        </p:nvCxnSpPr>
        <p:spPr>
          <a:xfrm rot="5400000">
            <a:off x="3126547" y="1251008"/>
            <a:ext cx="507822" cy="13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ttore 2 107">
            <a:extLst>
              <a:ext uri="{FF2B5EF4-FFF2-40B4-BE49-F238E27FC236}">
                <a16:creationId xmlns:a16="http://schemas.microsoft.com/office/drawing/2014/main" id="{355AD41B-AEEA-7FF5-A6A5-DAE7D5AD353F}"/>
              </a:ext>
            </a:extLst>
          </p:cNvPr>
          <p:cNvCxnSpPr>
            <a:cxnSpLocks/>
            <a:stCxn id="91" idx="2"/>
            <a:endCxn id="92" idx="0"/>
          </p:cNvCxnSpPr>
          <p:nvPr/>
        </p:nvCxnSpPr>
        <p:spPr>
          <a:xfrm>
            <a:off x="8685108" y="1514620"/>
            <a:ext cx="0" cy="183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ttore 2 108">
            <a:extLst>
              <a:ext uri="{FF2B5EF4-FFF2-40B4-BE49-F238E27FC236}">
                <a16:creationId xmlns:a16="http://schemas.microsoft.com/office/drawing/2014/main" id="{BB65BD78-1836-57AF-3676-845C3C0956A6}"/>
              </a:ext>
            </a:extLst>
          </p:cNvPr>
          <p:cNvCxnSpPr>
            <a:cxnSpLocks/>
            <a:stCxn id="92" idx="4"/>
            <a:endCxn id="95" idx="3"/>
          </p:cNvCxnSpPr>
          <p:nvPr/>
        </p:nvCxnSpPr>
        <p:spPr>
          <a:xfrm flipH="1">
            <a:off x="8684618" y="2030194"/>
            <a:ext cx="490" cy="192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ttore 2 109">
            <a:extLst>
              <a:ext uri="{FF2B5EF4-FFF2-40B4-BE49-F238E27FC236}">
                <a16:creationId xmlns:a16="http://schemas.microsoft.com/office/drawing/2014/main" id="{E1222EBD-3573-2681-AA61-9CE465BD491E}"/>
              </a:ext>
            </a:extLst>
          </p:cNvPr>
          <p:cNvCxnSpPr>
            <a:cxnSpLocks/>
            <a:stCxn id="93" idx="3"/>
            <a:endCxn id="97" idx="2"/>
          </p:cNvCxnSpPr>
          <p:nvPr/>
        </p:nvCxnSpPr>
        <p:spPr>
          <a:xfrm>
            <a:off x="9133799" y="2353644"/>
            <a:ext cx="307806" cy="3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ttore 2 110">
            <a:extLst>
              <a:ext uri="{FF2B5EF4-FFF2-40B4-BE49-F238E27FC236}">
                <a16:creationId xmlns:a16="http://schemas.microsoft.com/office/drawing/2014/main" id="{DDE4B09B-081B-ABB6-FF7F-2C4B21F6DBC1}"/>
              </a:ext>
            </a:extLst>
          </p:cNvPr>
          <p:cNvCxnSpPr>
            <a:cxnSpLocks/>
            <a:stCxn id="97" idx="4"/>
            <a:endCxn id="100" idx="3"/>
          </p:cNvCxnSpPr>
          <p:nvPr/>
        </p:nvCxnSpPr>
        <p:spPr>
          <a:xfrm>
            <a:off x="9946925" y="2565241"/>
            <a:ext cx="3645" cy="232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49AF354A-89C3-8876-0080-BE53BD67B670}"/>
              </a:ext>
            </a:extLst>
          </p:cNvPr>
          <p:cNvCxnSpPr>
            <a:cxnSpLocks/>
            <a:stCxn id="39" idx="0"/>
            <a:endCxn id="47" idx="1"/>
          </p:cNvCxnSpPr>
          <p:nvPr/>
        </p:nvCxnSpPr>
        <p:spPr>
          <a:xfrm flipH="1" flipV="1">
            <a:off x="2803913" y="3539467"/>
            <a:ext cx="745" cy="308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8033D9B1-3769-281D-DD2C-5618C778F535}"/>
              </a:ext>
            </a:extLst>
          </p:cNvPr>
          <p:cNvCxnSpPr>
            <a:cxnSpLocks/>
            <a:stCxn id="43" idx="6"/>
            <a:endCxn id="78" idx="1"/>
          </p:cNvCxnSpPr>
          <p:nvPr/>
        </p:nvCxnSpPr>
        <p:spPr>
          <a:xfrm>
            <a:off x="5550724" y="3549720"/>
            <a:ext cx="137141" cy="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ttore 2 113">
            <a:extLst>
              <a:ext uri="{FF2B5EF4-FFF2-40B4-BE49-F238E27FC236}">
                <a16:creationId xmlns:a16="http://schemas.microsoft.com/office/drawing/2014/main" id="{1E06E069-2585-3CFB-9BE6-04581A0066CB}"/>
              </a:ext>
            </a:extLst>
          </p:cNvPr>
          <p:cNvCxnSpPr>
            <a:cxnSpLocks/>
            <a:stCxn id="81" idx="1"/>
            <a:endCxn id="64" idx="0"/>
          </p:cNvCxnSpPr>
          <p:nvPr/>
        </p:nvCxnSpPr>
        <p:spPr>
          <a:xfrm flipH="1">
            <a:off x="5867841" y="3738717"/>
            <a:ext cx="3510" cy="301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a gomito 114">
            <a:extLst>
              <a:ext uri="{FF2B5EF4-FFF2-40B4-BE49-F238E27FC236}">
                <a16:creationId xmlns:a16="http://schemas.microsoft.com/office/drawing/2014/main" id="{EDB9E3D6-4E12-B699-6889-08AF3BBF2B2C}"/>
              </a:ext>
            </a:extLst>
          </p:cNvPr>
          <p:cNvCxnSpPr>
            <a:cxnSpLocks/>
            <a:stCxn id="64" idx="4"/>
            <a:endCxn id="82" idx="1"/>
          </p:cNvCxnSpPr>
          <p:nvPr/>
        </p:nvCxnSpPr>
        <p:spPr>
          <a:xfrm rot="16200000" flipH="1">
            <a:off x="6021909" y="4412511"/>
            <a:ext cx="80885" cy="3890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ttore a gomito 115">
            <a:extLst>
              <a:ext uri="{FF2B5EF4-FFF2-40B4-BE49-F238E27FC236}">
                <a16:creationId xmlns:a16="http://schemas.microsoft.com/office/drawing/2014/main" id="{CA3FF6B6-285B-8A5F-571E-6DB8C8B8D3E9}"/>
              </a:ext>
            </a:extLst>
          </p:cNvPr>
          <p:cNvCxnSpPr>
            <a:cxnSpLocks/>
            <a:stCxn id="64" idx="4"/>
            <a:endCxn id="83" idx="1"/>
          </p:cNvCxnSpPr>
          <p:nvPr/>
        </p:nvCxnSpPr>
        <p:spPr>
          <a:xfrm rot="16200000" flipH="1">
            <a:off x="5846357" y="4588063"/>
            <a:ext cx="431989" cy="3890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8F013DDC-A682-5F70-35DF-C45CB791E24A}"/>
              </a:ext>
            </a:extLst>
          </p:cNvPr>
          <p:cNvSpPr/>
          <p:nvPr/>
        </p:nvSpPr>
        <p:spPr>
          <a:xfrm>
            <a:off x="9338464" y="4308840"/>
            <a:ext cx="810127" cy="213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Agronomist</a:t>
            </a:r>
            <a:endParaRPr lang="en-US" sz="1000" dirty="0"/>
          </a:p>
        </p:txBody>
      </p:sp>
      <p:sp>
        <p:nvSpPr>
          <p:cNvPr id="118" name="Rettangolo 117">
            <a:extLst>
              <a:ext uri="{FF2B5EF4-FFF2-40B4-BE49-F238E27FC236}">
                <a16:creationId xmlns:a16="http://schemas.microsoft.com/office/drawing/2014/main" id="{77E9E0E0-9E22-A955-EB6E-8D7B3FC55316}"/>
              </a:ext>
            </a:extLst>
          </p:cNvPr>
          <p:cNvSpPr/>
          <p:nvPr/>
        </p:nvSpPr>
        <p:spPr>
          <a:xfrm>
            <a:off x="9338464" y="4659944"/>
            <a:ext cx="810127" cy="213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Researcher</a:t>
            </a:r>
            <a:endParaRPr lang="en-US" sz="1000" dirty="0"/>
          </a:p>
        </p:txBody>
      </p:sp>
      <p:cxnSp>
        <p:nvCxnSpPr>
          <p:cNvPr id="119" name="Connettore a gomito 118">
            <a:extLst>
              <a:ext uri="{FF2B5EF4-FFF2-40B4-BE49-F238E27FC236}">
                <a16:creationId xmlns:a16="http://schemas.microsoft.com/office/drawing/2014/main" id="{3FF1B22F-A87E-8AB9-33ED-D275053BB056}"/>
              </a:ext>
            </a:extLst>
          </p:cNvPr>
          <p:cNvCxnSpPr>
            <a:cxnSpLocks/>
            <a:stCxn id="42" idx="4"/>
            <a:endCxn id="117" idx="1"/>
          </p:cNvCxnSpPr>
          <p:nvPr/>
        </p:nvCxnSpPr>
        <p:spPr>
          <a:xfrm rot="16200000" flipH="1">
            <a:off x="8978540" y="4055696"/>
            <a:ext cx="295235" cy="4246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1FAA94F6-8A7D-DD1D-658D-B6EA58BB95B9}"/>
              </a:ext>
            </a:extLst>
          </p:cNvPr>
          <p:cNvCxnSpPr>
            <a:cxnSpLocks/>
            <a:stCxn id="42" idx="4"/>
            <a:endCxn id="118" idx="1"/>
          </p:cNvCxnSpPr>
          <p:nvPr/>
        </p:nvCxnSpPr>
        <p:spPr>
          <a:xfrm rot="16200000" flipH="1">
            <a:off x="8802988" y="4231248"/>
            <a:ext cx="646339" cy="4246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e 120">
            <a:extLst>
              <a:ext uri="{FF2B5EF4-FFF2-40B4-BE49-F238E27FC236}">
                <a16:creationId xmlns:a16="http://schemas.microsoft.com/office/drawing/2014/main" id="{D7B05262-7C69-2189-9990-0328CF5AC11F}"/>
              </a:ext>
            </a:extLst>
          </p:cNvPr>
          <p:cNvSpPr/>
          <p:nvPr/>
        </p:nvSpPr>
        <p:spPr>
          <a:xfrm>
            <a:off x="6718767" y="2117246"/>
            <a:ext cx="1166177" cy="47864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Align </a:t>
            </a:r>
            <a:r>
              <a:rPr lang="en-US" sz="1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meteo</a:t>
            </a: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&amp; traps</a:t>
            </a:r>
            <a:endParaRPr lang="en-US" sz="1000" dirty="0"/>
          </a:p>
        </p:txBody>
      </p:sp>
      <p:cxnSp>
        <p:nvCxnSpPr>
          <p:cNvPr id="122" name="Connettore a gomito 121">
            <a:extLst>
              <a:ext uri="{FF2B5EF4-FFF2-40B4-BE49-F238E27FC236}">
                <a16:creationId xmlns:a16="http://schemas.microsoft.com/office/drawing/2014/main" id="{EC1CF2BB-DDD5-20E4-867B-875F026A9911}"/>
              </a:ext>
            </a:extLst>
          </p:cNvPr>
          <p:cNvCxnSpPr>
            <a:cxnSpLocks/>
            <a:stCxn id="70" idx="3"/>
            <a:endCxn id="121" idx="0"/>
          </p:cNvCxnSpPr>
          <p:nvPr/>
        </p:nvCxnSpPr>
        <p:spPr>
          <a:xfrm>
            <a:off x="3802114" y="1620158"/>
            <a:ext cx="3499742" cy="4970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asellaDiTesto 122">
            <a:extLst>
              <a:ext uri="{FF2B5EF4-FFF2-40B4-BE49-F238E27FC236}">
                <a16:creationId xmlns:a16="http://schemas.microsoft.com/office/drawing/2014/main" id="{33FB5649-6147-543A-D65C-BE44FA7609B6}"/>
              </a:ext>
            </a:extLst>
          </p:cNvPr>
          <p:cNvSpPr txBox="1"/>
          <p:nvPr/>
        </p:nvSpPr>
        <p:spPr>
          <a:xfrm>
            <a:off x="5204550" y="2235779"/>
            <a:ext cx="980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Meteo</a:t>
            </a:r>
            <a:r>
              <a:rPr lang="en-US" sz="1000" dirty="0"/>
              <a:t> in traps</a:t>
            </a:r>
          </a:p>
        </p:txBody>
      </p:sp>
      <p:grpSp>
        <p:nvGrpSpPr>
          <p:cNvPr id="124" name="Gruppo 123">
            <a:extLst>
              <a:ext uri="{FF2B5EF4-FFF2-40B4-BE49-F238E27FC236}">
                <a16:creationId xmlns:a16="http://schemas.microsoft.com/office/drawing/2014/main" id="{8039A8F6-3054-98DF-2C5D-D5559ABBC883}"/>
              </a:ext>
            </a:extLst>
          </p:cNvPr>
          <p:cNvGrpSpPr/>
          <p:nvPr/>
        </p:nvGrpSpPr>
        <p:grpSpPr>
          <a:xfrm>
            <a:off x="5148399" y="2200094"/>
            <a:ext cx="1068267" cy="338554"/>
            <a:chOff x="4965030" y="2995794"/>
            <a:chExt cx="1379622" cy="486414"/>
          </a:xfrm>
        </p:grpSpPr>
        <p:sp>
          <p:nvSpPr>
            <p:cNvPr id="125" name="Segno di sottrazione 124">
              <a:extLst>
                <a:ext uri="{FF2B5EF4-FFF2-40B4-BE49-F238E27FC236}">
                  <a16:creationId xmlns:a16="http://schemas.microsoft.com/office/drawing/2014/main" id="{97450ACE-5FB7-0942-CEAA-42E697B69B37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6" name="Segno di sottrazione 125">
              <a:extLst>
                <a:ext uri="{FF2B5EF4-FFF2-40B4-BE49-F238E27FC236}">
                  <a16:creationId xmlns:a16="http://schemas.microsoft.com/office/drawing/2014/main" id="{756C2F02-7F67-2D1E-9107-F3A4AACC5413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7" name="Connettore 2 126">
            <a:extLst>
              <a:ext uri="{FF2B5EF4-FFF2-40B4-BE49-F238E27FC236}">
                <a16:creationId xmlns:a16="http://schemas.microsoft.com/office/drawing/2014/main" id="{E8B7F3C0-5179-771A-2C8B-8BB16517170A}"/>
              </a:ext>
            </a:extLst>
          </p:cNvPr>
          <p:cNvCxnSpPr>
            <a:cxnSpLocks/>
            <a:stCxn id="121" idx="2"/>
            <a:endCxn id="123" idx="3"/>
          </p:cNvCxnSpPr>
          <p:nvPr/>
        </p:nvCxnSpPr>
        <p:spPr>
          <a:xfrm flipH="1">
            <a:off x="6185360" y="2356570"/>
            <a:ext cx="533407" cy="2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e 127">
            <a:extLst>
              <a:ext uri="{FF2B5EF4-FFF2-40B4-BE49-F238E27FC236}">
                <a16:creationId xmlns:a16="http://schemas.microsoft.com/office/drawing/2014/main" id="{DE51551D-ADF5-666D-B6B6-CF28ECF32639}"/>
              </a:ext>
            </a:extLst>
          </p:cNvPr>
          <p:cNvSpPr/>
          <p:nvPr/>
        </p:nvSpPr>
        <p:spPr>
          <a:xfrm>
            <a:off x="2276712" y="2398267"/>
            <a:ext cx="1047798" cy="47864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Align env &amp; traps</a:t>
            </a:r>
            <a:endParaRPr lang="en-US" sz="1000" dirty="0"/>
          </a:p>
        </p:txBody>
      </p:sp>
      <p:cxnSp>
        <p:nvCxnSpPr>
          <p:cNvPr id="129" name="Connettore a gomito 128">
            <a:extLst>
              <a:ext uri="{FF2B5EF4-FFF2-40B4-BE49-F238E27FC236}">
                <a16:creationId xmlns:a16="http://schemas.microsoft.com/office/drawing/2014/main" id="{165F7211-3F0E-7115-7144-DF00F6D5DBDE}"/>
              </a:ext>
            </a:extLst>
          </p:cNvPr>
          <p:cNvCxnSpPr>
            <a:cxnSpLocks/>
            <a:stCxn id="46" idx="3"/>
            <a:endCxn id="128" idx="4"/>
          </p:cNvCxnSpPr>
          <p:nvPr/>
        </p:nvCxnSpPr>
        <p:spPr>
          <a:xfrm rot="16200000" flipV="1">
            <a:off x="2650617" y="3026909"/>
            <a:ext cx="303291" cy="33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CasellaDiTesto 129">
            <a:extLst>
              <a:ext uri="{FF2B5EF4-FFF2-40B4-BE49-F238E27FC236}">
                <a16:creationId xmlns:a16="http://schemas.microsoft.com/office/drawing/2014/main" id="{E9F046DD-03CA-E004-6078-E9D21BF480F4}"/>
              </a:ext>
            </a:extLst>
          </p:cNvPr>
          <p:cNvSpPr txBox="1"/>
          <p:nvPr/>
        </p:nvSpPr>
        <p:spPr>
          <a:xfrm>
            <a:off x="3942132" y="2513048"/>
            <a:ext cx="9166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Env in traps</a:t>
            </a:r>
          </a:p>
        </p:txBody>
      </p:sp>
      <p:grpSp>
        <p:nvGrpSpPr>
          <p:cNvPr id="131" name="Gruppo 130">
            <a:extLst>
              <a:ext uri="{FF2B5EF4-FFF2-40B4-BE49-F238E27FC236}">
                <a16:creationId xmlns:a16="http://schemas.microsoft.com/office/drawing/2014/main" id="{29C95D2C-7A5A-F581-F1E9-235F0D8CC463}"/>
              </a:ext>
            </a:extLst>
          </p:cNvPr>
          <p:cNvGrpSpPr/>
          <p:nvPr/>
        </p:nvGrpSpPr>
        <p:grpSpPr>
          <a:xfrm>
            <a:off x="3821813" y="2469342"/>
            <a:ext cx="1068267" cy="338554"/>
            <a:chOff x="4965030" y="2995794"/>
            <a:chExt cx="1379622" cy="486414"/>
          </a:xfrm>
        </p:grpSpPr>
        <p:sp>
          <p:nvSpPr>
            <p:cNvPr id="132" name="Segno di sottrazione 131">
              <a:extLst>
                <a:ext uri="{FF2B5EF4-FFF2-40B4-BE49-F238E27FC236}">
                  <a16:creationId xmlns:a16="http://schemas.microsoft.com/office/drawing/2014/main" id="{71223922-93CF-A7AE-0EFD-0CB3B30C7BF5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33" name="Segno di sottrazione 132">
              <a:extLst>
                <a:ext uri="{FF2B5EF4-FFF2-40B4-BE49-F238E27FC236}">
                  <a16:creationId xmlns:a16="http://schemas.microsoft.com/office/drawing/2014/main" id="{621F5301-0DDB-78C8-D191-F30C0DFC8D81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34" name="Connettore a gomito 133">
            <a:extLst>
              <a:ext uri="{FF2B5EF4-FFF2-40B4-BE49-F238E27FC236}">
                <a16:creationId xmlns:a16="http://schemas.microsoft.com/office/drawing/2014/main" id="{B389CAF9-304F-D5A1-0F82-32A6723DB7F0}"/>
              </a:ext>
            </a:extLst>
          </p:cNvPr>
          <p:cNvCxnSpPr>
            <a:cxnSpLocks/>
            <a:stCxn id="128" idx="6"/>
            <a:endCxn id="130" idx="1"/>
          </p:cNvCxnSpPr>
          <p:nvPr/>
        </p:nvCxnSpPr>
        <p:spPr>
          <a:xfrm flipV="1">
            <a:off x="3324510" y="2636159"/>
            <a:ext cx="617622" cy="14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Ovale 134">
            <a:extLst>
              <a:ext uri="{FF2B5EF4-FFF2-40B4-BE49-F238E27FC236}">
                <a16:creationId xmlns:a16="http://schemas.microsoft.com/office/drawing/2014/main" id="{D3799E1E-D9C1-A091-283D-B0506A354307}"/>
              </a:ext>
            </a:extLst>
          </p:cNvPr>
          <p:cNvSpPr/>
          <p:nvPr/>
        </p:nvSpPr>
        <p:spPr>
          <a:xfrm>
            <a:off x="805213" y="5359113"/>
            <a:ext cx="1047798" cy="47864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Align </a:t>
            </a:r>
            <a:r>
              <a:rPr lang="en-US" sz="1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imgs</a:t>
            </a: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&amp; traps</a:t>
            </a:r>
            <a:endParaRPr lang="en-US" sz="1000" dirty="0"/>
          </a:p>
        </p:txBody>
      </p:sp>
      <p:cxnSp>
        <p:nvCxnSpPr>
          <p:cNvPr id="136" name="Connettore a gomito 135">
            <a:extLst>
              <a:ext uri="{FF2B5EF4-FFF2-40B4-BE49-F238E27FC236}">
                <a16:creationId xmlns:a16="http://schemas.microsoft.com/office/drawing/2014/main" id="{F517BBE4-BB8E-3639-003E-A899CB5E8286}"/>
              </a:ext>
            </a:extLst>
          </p:cNvPr>
          <p:cNvCxnSpPr>
            <a:cxnSpLocks/>
            <a:stCxn id="70" idx="1"/>
            <a:endCxn id="135" idx="2"/>
          </p:cNvCxnSpPr>
          <p:nvPr/>
        </p:nvCxnSpPr>
        <p:spPr>
          <a:xfrm rot="10800000" flipV="1">
            <a:off x="805214" y="1620157"/>
            <a:ext cx="2161471" cy="3978279"/>
          </a:xfrm>
          <a:prstGeom prst="bentConnector3">
            <a:avLst>
              <a:gd name="adj1" fmla="val 1105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ttore a gomito 136">
            <a:extLst>
              <a:ext uri="{FF2B5EF4-FFF2-40B4-BE49-F238E27FC236}">
                <a16:creationId xmlns:a16="http://schemas.microsoft.com/office/drawing/2014/main" id="{C45975B5-485C-E3E8-A797-628C6D294922}"/>
              </a:ext>
            </a:extLst>
          </p:cNvPr>
          <p:cNvCxnSpPr>
            <a:cxnSpLocks/>
            <a:stCxn id="73" idx="1"/>
            <a:endCxn id="128" idx="0"/>
          </p:cNvCxnSpPr>
          <p:nvPr/>
        </p:nvCxnSpPr>
        <p:spPr>
          <a:xfrm rot="5400000">
            <a:off x="2768888" y="1787390"/>
            <a:ext cx="642601" cy="579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ttore a gomito 137">
            <a:extLst>
              <a:ext uri="{FF2B5EF4-FFF2-40B4-BE49-F238E27FC236}">
                <a16:creationId xmlns:a16="http://schemas.microsoft.com/office/drawing/2014/main" id="{A8584307-F7C2-24D1-A648-F86CA50E3EBF}"/>
              </a:ext>
            </a:extLst>
          </p:cNvPr>
          <p:cNvCxnSpPr>
            <a:cxnSpLocks/>
            <a:stCxn id="89" idx="1"/>
          </p:cNvCxnSpPr>
          <p:nvPr/>
        </p:nvCxnSpPr>
        <p:spPr>
          <a:xfrm rot="5400000" flipH="1">
            <a:off x="3172138" y="3994735"/>
            <a:ext cx="36176" cy="3722227"/>
          </a:xfrm>
          <a:prstGeom prst="bentConnector3">
            <a:avLst>
              <a:gd name="adj1" fmla="val -7968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asellaDiTesto 138">
            <a:extLst>
              <a:ext uri="{FF2B5EF4-FFF2-40B4-BE49-F238E27FC236}">
                <a16:creationId xmlns:a16="http://schemas.microsoft.com/office/drawing/2014/main" id="{7C74A8DA-3195-12A3-28E9-39309204F2EC}"/>
              </a:ext>
            </a:extLst>
          </p:cNvPr>
          <p:cNvSpPr txBox="1"/>
          <p:nvPr/>
        </p:nvSpPr>
        <p:spPr>
          <a:xfrm>
            <a:off x="2114859" y="5467079"/>
            <a:ext cx="989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Imgs</a:t>
            </a:r>
            <a:r>
              <a:rPr lang="en-US" sz="1000" dirty="0"/>
              <a:t> in traps</a:t>
            </a:r>
          </a:p>
        </p:txBody>
      </p:sp>
      <p:grpSp>
        <p:nvGrpSpPr>
          <p:cNvPr id="140" name="Gruppo 139">
            <a:extLst>
              <a:ext uri="{FF2B5EF4-FFF2-40B4-BE49-F238E27FC236}">
                <a16:creationId xmlns:a16="http://schemas.microsoft.com/office/drawing/2014/main" id="{4E3C12E6-C54E-A754-EC5E-CFFB86FBE49A}"/>
              </a:ext>
            </a:extLst>
          </p:cNvPr>
          <p:cNvGrpSpPr/>
          <p:nvPr/>
        </p:nvGrpSpPr>
        <p:grpSpPr>
          <a:xfrm>
            <a:off x="2039843" y="5408337"/>
            <a:ext cx="1064253" cy="399338"/>
            <a:chOff x="4965030" y="2995794"/>
            <a:chExt cx="1379622" cy="486414"/>
          </a:xfrm>
        </p:grpSpPr>
        <p:sp>
          <p:nvSpPr>
            <p:cNvPr id="141" name="Segno di sottrazione 140">
              <a:extLst>
                <a:ext uri="{FF2B5EF4-FFF2-40B4-BE49-F238E27FC236}">
                  <a16:creationId xmlns:a16="http://schemas.microsoft.com/office/drawing/2014/main" id="{F37AE0BA-C810-84DD-72C8-F9660FA83F80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42" name="Segno di sottrazione 141">
              <a:extLst>
                <a:ext uri="{FF2B5EF4-FFF2-40B4-BE49-F238E27FC236}">
                  <a16:creationId xmlns:a16="http://schemas.microsoft.com/office/drawing/2014/main" id="{1B352025-2550-AB6A-4FD1-92F885FF15EC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43" name="Connettore 2 142">
            <a:extLst>
              <a:ext uri="{FF2B5EF4-FFF2-40B4-BE49-F238E27FC236}">
                <a16:creationId xmlns:a16="http://schemas.microsoft.com/office/drawing/2014/main" id="{65FAC461-060C-8CBE-C149-49746DFA5650}"/>
              </a:ext>
            </a:extLst>
          </p:cNvPr>
          <p:cNvCxnSpPr>
            <a:cxnSpLocks/>
            <a:endCxn id="139" idx="1"/>
          </p:cNvCxnSpPr>
          <p:nvPr/>
        </p:nvCxnSpPr>
        <p:spPr>
          <a:xfrm flipV="1">
            <a:off x="1853011" y="5590190"/>
            <a:ext cx="261848" cy="8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ttore a gomito 143">
            <a:extLst>
              <a:ext uri="{FF2B5EF4-FFF2-40B4-BE49-F238E27FC236}">
                <a16:creationId xmlns:a16="http://schemas.microsoft.com/office/drawing/2014/main" id="{43E51308-E1A0-F8A0-2145-C0F5D00C9A9A}"/>
              </a:ext>
            </a:extLst>
          </p:cNvPr>
          <p:cNvCxnSpPr>
            <a:stCxn id="133" idx="1"/>
            <a:endCxn id="43" idx="2"/>
          </p:cNvCxnSpPr>
          <p:nvPr/>
        </p:nvCxnSpPr>
        <p:spPr>
          <a:xfrm rot="16200000" flipH="1">
            <a:off x="4028905" y="3090687"/>
            <a:ext cx="786074" cy="131991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ttore a gomito 144">
            <a:extLst>
              <a:ext uri="{FF2B5EF4-FFF2-40B4-BE49-F238E27FC236}">
                <a16:creationId xmlns:a16="http://schemas.microsoft.com/office/drawing/2014/main" id="{16FB1CEC-9313-B588-2DCA-64EFBE25D130}"/>
              </a:ext>
            </a:extLst>
          </p:cNvPr>
          <p:cNvCxnSpPr>
            <a:cxnSpLocks/>
            <a:stCxn id="139" idx="3"/>
            <a:endCxn id="43" idx="2"/>
          </p:cNvCxnSpPr>
          <p:nvPr/>
        </p:nvCxnSpPr>
        <p:spPr>
          <a:xfrm flipV="1">
            <a:off x="3104096" y="3549720"/>
            <a:ext cx="1383842" cy="2040470"/>
          </a:xfrm>
          <a:prstGeom prst="bentConnector3">
            <a:avLst>
              <a:gd name="adj1" fmla="val 43625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ttore a gomito 145">
            <a:extLst>
              <a:ext uri="{FF2B5EF4-FFF2-40B4-BE49-F238E27FC236}">
                <a16:creationId xmlns:a16="http://schemas.microsoft.com/office/drawing/2014/main" id="{325B1D8F-C6EF-9B8D-F602-1C4ACE58D309}"/>
              </a:ext>
            </a:extLst>
          </p:cNvPr>
          <p:cNvCxnSpPr>
            <a:cxnSpLocks/>
            <a:stCxn id="123" idx="1"/>
            <a:endCxn id="43" idx="0"/>
          </p:cNvCxnSpPr>
          <p:nvPr/>
        </p:nvCxnSpPr>
        <p:spPr>
          <a:xfrm rot="10800000" flipV="1">
            <a:off x="5019332" y="2358890"/>
            <a:ext cx="185219" cy="959146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ttore a gomito 146">
            <a:extLst>
              <a:ext uri="{FF2B5EF4-FFF2-40B4-BE49-F238E27FC236}">
                <a16:creationId xmlns:a16="http://schemas.microsoft.com/office/drawing/2014/main" id="{F6897581-8CCD-6A01-B26D-122C31009826}"/>
              </a:ext>
            </a:extLst>
          </p:cNvPr>
          <p:cNvCxnSpPr>
            <a:stCxn id="61" idx="3"/>
            <a:endCxn id="42" idx="2"/>
          </p:cNvCxnSpPr>
          <p:nvPr/>
        </p:nvCxnSpPr>
        <p:spPr>
          <a:xfrm rot="16200000" flipV="1">
            <a:off x="8199065" y="3978388"/>
            <a:ext cx="2321914" cy="2207796"/>
          </a:xfrm>
          <a:prstGeom prst="bentConnector4">
            <a:avLst>
              <a:gd name="adj1" fmla="val 44554"/>
              <a:gd name="adj2" fmla="val 1103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ttore a gomito 147">
            <a:extLst>
              <a:ext uri="{FF2B5EF4-FFF2-40B4-BE49-F238E27FC236}">
                <a16:creationId xmlns:a16="http://schemas.microsoft.com/office/drawing/2014/main" id="{3C366518-79FB-3274-8270-A7644DBD78CF}"/>
              </a:ext>
            </a:extLst>
          </p:cNvPr>
          <p:cNvCxnSpPr>
            <a:cxnSpLocks/>
            <a:stCxn id="101" idx="1"/>
            <a:endCxn id="42" idx="0"/>
          </p:cNvCxnSpPr>
          <p:nvPr/>
        </p:nvCxnSpPr>
        <p:spPr>
          <a:xfrm rot="5400000">
            <a:off x="9119237" y="2890939"/>
            <a:ext cx="625948" cy="10367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ttore a gomito 148">
            <a:extLst>
              <a:ext uri="{FF2B5EF4-FFF2-40B4-BE49-F238E27FC236}">
                <a16:creationId xmlns:a16="http://schemas.microsoft.com/office/drawing/2014/main" id="{C52048C1-ED4F-E703-38DA-F8E267B1EBA3}"/>
              </a:ext>
            </a:extLst>
          </p:cNvPr>
          <p:cNvCxnSpPr>
            <a:cxnSpLocks/>
            <a:stCxn id="65" idx="3"/>
            <a:endCxn id="42" idx="6"/>
          </p:cNvCxnSpPr>
          <p:nvPr/>
        </p:nvCxnSpPr>
        <p:spPr>
          <a:xfrm>
            <a:off x="8212071" y="1110818"/>
            <a:ext cx="1359506" cy="2810511"/>
          </a:xfrm>
          <a:prstGeom prst="bentConnector3">
            <a:avLst>
              <a:gd name="adj1" fmla="val 2005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ttore 2 149">
            <a:extLst>
              <a:ext uri="{FF2B5EF4-FFF2-40B4-BE49-F238E27FC236}">
                <a16:creationId xmlns:a16="http://schemas.microsoft.com/office/drawing/2014/main" id="{51C0E2F9-7F3C-094A-60C9-ED1BBA726808}"/>
              </a:ext>
            </a:extLst>
          </p:cNvPr>
          <p:cNvCxnSpPr>
            <a:cxnSpLocks/>
            <a:stCxn id="93" idx="1"/>
            <a:endCxn id="121" idx="6"/>
          </p:cNvCxnSpPr>
          <p:nvPr/>
        </p:nvCxnSpPr>
        <p:spPr>
          <a:xfrm flipH="1">
            <a:off x="7884944" y="2353644"/>
            <a:ext cx="302385" cy="2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ttore a gomito 150">
            <a:extLst>
              <a:ext uri="{FF2B5EF4-FFF2-40B4-BE49-F238E27FC236}">
                <a16:creationId xmlns:a16="http://schemas.microsoft.com/office/drawing/2014/main" id="{EFA0DAD4-6BDE-3680-2B73-D99A7AA95D5F}"/>
              </a:ext>
            </a:extLst>
          </p:cNvPr>
          <p:cNvCxnSpPr>
            <a:stCxn id="77" idx="3"/>
            <a:endCxn id="43" idx="0"/>
          </p:cNvCxnSpPr>
          <p:nvPr/>
        </p:nvCxnSpPr>
        <p:spPr>
          <a:xfrm rot="16200000" flipH="1">
            <a:off x="3667880" y="1966585"/>
            <a:ext cx="1906076" cy="796826"/>
          </a:xfrm>
          <a:prstGeom prst="bentConnector3">
            <a:avLst>
              <a:gd name="adj1" fmla="val 26896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ttore a gomito 151">
            <a:extLst>
              <a:ext uri="{FF2B5EF4-FFF2-40B4-BE49-F238E27FC236}">
                <a16:creationId xmlns:a16="http://schemas.microsoft.com/office/drawing/2014/main" id="{5E7D5D9F-9E96-EF6E-100C-DD9A8A6B82FE}"/>
              </a:ext>
            </a:extLst>
          </p:cNvPr>
          <p:cNvCxnSpPr>
            <a:cxnSpLocks/>
            <a:stCxn id="44" idx="0"/>
            <a:endCxn id="42" idx="0"/>
          </p:cNvCxnSpPr>
          <p:nvPr/>
        </p:nvCxnSpPr>
        <p:spPr>
          <a:xfrm rot="16200000" flipH="1">
            <a:off x="5656541" y="464962"/>
            <a:ext cx="508956" cy="6005664"/>
          </a:xfrm>
          <a:prstGeom prst="bentConnector3">
            <a:avLst>
              <a:gd name="adj1" fmla="val -449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ttore a gomito 152">
            <a:extLst>
              <a:ext uri="{FF2B5EF4-FFF2-40B4-BE49-F238E27FC236}">
                <a16:creationId xmlns:a16="http://schemas.microsoft.com/office/drawing/2014/main" id="{AE3CB56B-8395-C218-0218-E71722E1BE49}"/>
              </a:ext>
            </a:extLst>
          </p:cNvPr>
          <p:cNvCxnSpPr>
            <a:cxnSpLocks/>
            <a:stCxn id="70" idx="1"/>
            <a:endCxn id="42" idx="6"/>
          </p:cNvCxnSpPr>
          <p:nvPr/>
        </p:nvCxnSpPr>
        <p:spPr>
          <a:xfrm rot="10800000" flipH="1" flipV="1">
            <a:off x="2966683" y="1620157"/>
            <a:ext cx="6604893" cy="2301171"/>
          </a:xfrm>
          <a:prstGeom prst="bentConnector5">
            <a:avLst>
              <a:gd name="adj1" fmla="val -3461"/>
              <a:gd name="adj2" fmla="val -64236"/>
              <a:gd name="adj3" fmla="val 1313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445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Connettore diritto 458">
            <a:extLst>
              <a:ext uri="{FF2B5EF4-FFF2-40B4-BE49-F238E27FC236}">
                <a16:creationId xmlns:a16="http://schemas.microsoft.com/office/drawing/2014/main" id="{EBB3783B-FF1B-D516-66AB-FFF02BDB53DC}"/>
              </a:ext>
            </a:extLst>
          </p:cNvPr>
          <p:cNvCxnSpPr>
            <a:cxnSpLocks/>
          </p:cNvCxnSpPr>
          <p:nvPr/>
        </p:nvCxnSpPr>
        <p:spPr>
          <a:xfrm>
            <a:off x="6479381" y="3250468"/>
            <a:ext cx="0" cy="73737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D35D6D-01AD-CC9C-4BC2-64B0BE066ABA}"/>
              </a:ext>
            </a:extLst>
          </p:cNvPr>
          <p:cNvSpPr txBox="1"/>
          <p:nvPr/>
        </p:nvSpPr>
        <p:spPr>
          <a:xfrm>
            <a:off x="665548" y="637797"/>
            <a:ext cx="2077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Cimice</a:t>
            </a:r>
            <a:r>
              <a:rPr lang="en-US" sz="1600" b="1" dirty="0"/>
              <a:t> DFD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3DE9912-9D58-43D3-75F9-17AC20479453}"/>
              </a:ext>
            </a:extLst>
          </p:cNvPr>
          <p:cNvSpPr/>
          <p:nvPr/>
        </p:nvSpPr>
        <p:spPr>
          <a:xfrm>
            <a:off x="4267713" y="686039"/>
            <a:ext cx="1251285" cy="21356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</a:t>
            </a:r>
            <a:endParaRPr lang="en-US" sz="1000" dirty="0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DEB655ED-AF78-D464-38C9-97D1C15FF15D}"/>
              </a:ext>
            </a:extLst>
          </p:cNvPr>
          <p:cNvSpPr/>
          <p:nvPr/>
        </p:nvSpPr>
        <p:spPr>
          <a:xfrm>
            <a:off x="3010179" y="581470"/>
            <a:ext cx="741943" cy="4163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Insert trap</a:t>
            </a:r>
            <a:endParaRPr lang="en-US" sz="1000" dirty="0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BDBF5C32-BD64-A791-4328-89D9092319A3}"/>
              </a:ext>
            </a:extLst>
          </p:cNvPr>
          <p:cNvSpPr/>
          <p:nvPr/>
        </p:nvSpPr>
        <p:spPr>
          <a:xfrm>
            <a:off x="6110548" y="549386"/>
            <a:ext cx="1026704" cy="4862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Load stink bug data</a:t>
            </a:r>
            <a:endParaRPr lang="en-US" sz="1000" dirty="0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F2E892E7-5157-AAE7-DC65-56626E876C62}"/>
              </a:ext>
            </a:extLst>
          </p:cNvPr>
          <p:cNvSpPr/>
          <p:nvPr/>
        </p:nvSpPr>
        <p:spPr>
          <a:xfrm>
            <a:off x="794877" y="4007086"/>
            <a:ext cx="930944" cy="21356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Consorzio</a:t>
            </a: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CER</a:t>
            </a:r>
            <a:endParaRPr lang="en-US" sz="1000" dirty="0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80F60C15-BBBD-73E6-E065-06335116A8B0}"/>
              </a:ext>
            </a:extLst>
          </p:cNvPr>
          <p:cNvSpPr/>
          <p:nvPr/>
        </p:nvSpPr>
        <p:spPr>
          <a:xfrm>
            <a:off x="2179015" y="3847502"/>
            <a:ext cx="1251285" cy="52955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 fields crops &amp; water data</a:t>
            </a:r>
            <a:endParaRPr lang="en-US" sz="1000" dirty="0"/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C3C42F54-4B56-5B00-2D3D-E1954A0251F6}"/>
              </a:ext>
            </a:extLst>
          </p:cNvPr>
          <p:cNvCxnSpPr>
            <a:cxnSpLocks/>
            <a:stCxn id="26" idx="3"/>
            <a:endCxn id="27" idx="2"/>
          </p:cNvCxnSpPr>
          <p:nvPr/>
        </p:nvCxnSpPr>
        <p:spPr>
          <a:xfrm flipV="1">
            <a:off x="1725821" y="4112280"/>
            <a:ext cx="453194" cy="1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12744AF-4018-9439-86C1-5B794BBCD77F}"/>
              </a:ext>
            </a:extLst>
          </p:cNvPr>
          <p:cNvSpPr txBox="1"/>
          <p:nvPr/>
        </p:nvSpPr>
        <p:spPr>
          <a:xfrm>
            <a:off x="1708777" y="3891670"/>
            <a:ext cx="7038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/>
              <a:t>poligoni</a:t>
            </a:r>
            <a:endParaRPr lang="en-US" sz="600" dirty="0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1B9BD0AF-0853-4F33-C065-D14622D73F79}"/>
              </a:ext>
            </a:extLst>
          </p:cNvPr>
          <p:cNvSpPr/>
          <p:nvPr/>
        </p:nvSpPr>
        <p:spPr>
          <a:xfrm>
            <a:off x="8256124" y="3722272"/>
            <a:ext cx="1315453" cy="3981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Dashboarding</a:t>
            </a:r>
            <a:endParaRPr lang="en-US" sz="1000" dirty="0"/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308C6D9C-8BB1-E679-DDC6-562C8FDFD2E1}"/>
              </a:ext>
            </a:extLst>
          </p:cNvPr>
          <p:cNvSpPr/>
          <p:nvPr/>
        </p:nvSpPr>
        <p:spPr>
          <a:xfrm>
            <a:off x="4487938" y="3318036"/>
            <a:ext cx="1062786" cy="4633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Cube computing</a:t>
            </a:r>
            <a:endParaRPr lang="en-US" sz="1000" dirty="0"/>
          </a:p>
        </p:txBody>
      </p:sp>
      <p:sp>
        <p:nvSpPr>
          <p:cNvPr id="103" name="Ovale 102">
            <a:extLst>
              <a:ext uri="{FF2B5EF4-FFF2-40B4-BE49-F238E27FC236}">
                <a16:creationId xmlns:a16="http://schemas.microsoft.com/office/drawing/2014/main" id="{143D4B26-7D3C-F30C-0E24-F9AD25F0E696}"/>
              </a:ext>
            </a:extLst>
          </p:cNvPr>
          <p:cNvSpPr/>
          <p:nvPr/>
        </p:nvSpPr>
        <p:spPr>
          <a:xfrm>
            <a:off x="6008214" y="6111220"/>
            <a:ext cx="1047252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</a:t>
            </a:r>
            <a:b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ESA </a:t>
            </a:r>
            <a:r>
              <a:rPr lang="en-US" sz="1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imgs</a:t>
            </a:r>
            <a:endParaRPr lang="en-US" sz="1000" dirty="0"/>
          </a:p>
        </p:txBody>
      </p:sp>
      <p:sp>
        <p:nvSpPr>
          <p:cNvPr id="104" name="Rettangolo 103">
            <a:extLst>
              <a:ext uri="{FF2B5EF4-FFF2-40B4-BE49-F238E27FC236}">
                <a16:creationId xmlns:a16="http://schemas.microsoft.com/office/drawing/2014/main" id="{A3475A4D-566D-1C9F-6C4B-6EAB456E148F}"/>
              </a:ext>
            </a:extLst>
          </p:cNvPr>
          <p:cNvSpPr/>
          <p:nvPr/>
        </p:nvSpPr>
        <p:spPr>
          <a:xfrm>
            <a:off x="4592997" y="6280664"/>
            <a:ext cx="753477" cy="21356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ESA server</a:t>
            </a:r>
            <a:endParaRPr lang="en-US" sz="1000" dirty="0"/>
          </a:p>
        </p:txBody>
      </p:sp>
      <p:cxnSp>
        <p:nvCxnSpPr>
          <p:cNvPr id="105" name="Connettore 2 104">
            <a:extLst>
              <a:ext uri="{FF2B5EF4-FFF2-40B4-BE49-F238E27FC236}">
                <a16:creationId xmlns:a16="http://schemas.microsoft.com/office/drawing/2014/main" id="{E08DCA87-1612-A86F-4020-CF8C4037842A}"/>
              </a:ext>
            </a:extLst>
          </p:cNvPr>
          <p:cNvCxnSpPr>
            <a:cxnSpLocks/>
            <a:stCxn id="104" idx="3"/>
            <a:endCxn id="103" idx="2"/>
          </p:cNvCxnSpPr>
          <p:nvPr/>
        </p:nvCxnSpPr>
        <p:spPr>
          <a:xfrm>
            <a:off x="5346474" y="6387445"/>
            <a:ext cx="661740" cy="3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76496C65-6A88-106A-2FEB-89B2D971E560}"/>
              </a:ext>
            </a:extLst>
          </p:cNvPr>
          <p:cNvSpPr txBox="1"/>
          <p:nvPr/>
        </p:nvSpPr>
        <p:spPr>
          <a:xfrm>
            <a:off x="5233678" y="6151470"/>
            <a:ext cx="116806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immagini </a:t>
            </a:r>
            <a:r>
              <a:rPr lang="en-US" sz="600" dirty="0" err="1"/>
              <a:t>satellitari</a:t>
            </a:r>
            <a:endParaRPr lang="en-US" sz="600" dirty="0"/>
          </a:p>
        </p:txBody>
      </p:sp>
      <p:cxnSp>
        <p:nvCxnSpPr>
          <p:cNvPr id="111" name="Connettore 2 110">
            <a:extLst>
              <a:ext uri="{FF2B5EF4-FFF2-40B4-BE49-F238E27FC236}">
                <a16:creationId xmlns:a16="http://schemas.microsoft.com/office/drawing/2014/main" id="{E437E2EA-0BA4-8EC6-BBD3-19BD9B8AF4B2}"/>
              </a:ext>
            </a:extLst>
          </p:cNvPr>
          <p:cNvCxnSpPr>
            <a:cxnSpLocks/>
            <a:stCxn id="103" idx="6"/>
            <a:endCxn id="107" idx="1"/>
          </p:cNvCxnSpPr>
          <p:nvPr/>
        </p:nvCxnSpPr>
        <p:spPr>
          <a:xfrm flipV="1">
            <a:off x="7055466" y="6384685"/>
            <a:ext cx="232104" cy="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e 111">
            <a:extLst>
              <a:ext uri="{FF2B5EF4-FFF2-40B4-BE49-F238E27FC236}">
                <a16:creationId xmlns:a16="http://schemas.microsoft.com/office/drawing/2014/main" id="{472A74D5-4957-273F-21B3-2A8AC15CC888}"/>
              </a:ext>
            </a:extLst>
          </p:cNvPr>
          <p:cNvSpPr/>
          <p:nvPr/>
        </p:nvSpPr>
        <p:spPr>
          <a:xfrm>
            <a:off x="8637615" y="6076018"/>
            <a:ext cx="1211183" cy="62399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Atmospheric correction &amp; conversion</a:t>
            </a:r>
            <a:endParaRPr lang="en-US" sz="1000" dirty="0"/>
          </a:p>
        </p:txBody>
      </p: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20DD274A-761C-32F5-5B0A-BC67AD252A5D}"/>
              </a:ext>
            </a:extLst>
          </p:cNvPr>
          <p:cNvCxnSpPr>
            <a:cxnSpLocks/>
            <a:stCxn id="107" idx="3"/>
            <a:endCxn id="112" idx="2"/>
          </p:cNvCxnSpPr>
          <p:nvPr/>
        </p:nvCxnSpPr>
        <p:spPr>
          <a:xfrm>
            <a:off x="8266649" y="6384685"/>
            <a:ext cx="370966" cy="3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50270E79-CA3E-F1B1-0646-5FE90AE57675}"/>
              </a:ext>
            </a:extLst>
          </p:cNvPr>
          <p:cNvSpPr txBox="1"/>
          <p:nvPr/>
        </p:nvSpPr>
        <p:spPr>
          <a:xfrm>
            <a:off x="10066869" y="6263142"/>
            <a:ext cx="9304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RGB images</a:t>
            </a:r>
          </a:p>
        </p:txBody>
      </p:sp>
      <p:grpSp>
        <p:nvGrpSpPr>
          <p:cNvPr id="115" name="Gruppo 114">
            <a:extLst>
              <a:ext uri="{FF2B5EF4-FFF2-40B4-BE49-F238E27FC236}">
                <a16:creationId xmlns:a16="http://schemas.microsoft.com/office/drawing/2014/main" id="{3CBD87F7-04D7-ECAF-964F-D850F1EC45CF}"/>
              </a:ext>
            </a:extLst>
          </p:cNvPr>
          <p:cNvGrpSpPr/>
          <p:nvPr/>
        </p:nvGrpSpPr>
        <p:grpSpPr>
          <a:xfrm>
            <a:off x="9998696" y="6189385"/>
            <a:ext cx="930447" cy="412060"/>
            <a:chOff x="4965030" y="2995794"/>
            <a:chExt cx="1379622" cy="486414"/>
          </a:xfrm>
        </p:grpSpPr>
        <p:sp>
          <p:nvSpPr>
            <p:cNvPr id="116" name="Segno di sottrazione 115">
              <a:extLst>
                <a:ext uri="{FF2B5EF4-FFF2-40B4-BE49-F238E27FC236}">
                  <a16:creationId xmlns:a16="http://schemas.microsoft.com/office/drawing/2014/main" id="{A9327A9D-39FA-A8F8-323D-9E79FC46CE41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17" name="Segno di sottrazione 116">
              <a:extLst>
                <a:ext uri="{FF2B5EF4-FFF2-40B4-BE49-F238E27FC236}">
                  <a16:creationId xmlns:a16="http://schemas.microsoft.com/office/drawing/2014/main" id="{7EA37453-19CD-101D-32A4-2C9E2F4676F8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FADB0B5A-43B0-5755-BDE4-C8D96908D707}"/>
              </a:ext>
            </a:extLst>
          </p:cNvPr>
          <p:cNvCxnSpPr>
            <a:cxnSpLocks/>
            <a:stCxn id="112" idx="6"/>
          </p:cNvCxnSpPr>
          <p:nvPr/>
        </p:nvCxnSpPr>
        <p:spPr>
          <a:xfrm flipV="1">
            <a:off x="9848798" y="6386253"/>
            <a:ext cx="218071" cy="1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vale 135">
            <a:extLst>
              <a:ext uri="{FF2B5EF4-FFF2-40B4-BE49-F238E27FC236}">
                <a16:creationId xmlns:a16="http://schemas.microsoft.com/office/drawing/2014/main" id="{759EC240-790A-6008-7041-6CC8A4492429}"/>
              </a:ext>
            </a:extLst>
          </p:cNvPr>
          <p:cNvSpPr/>
          <p:nvPr/>
        </p:nvSpPr>
        <p:spPr>
          <a:xfrm>
            <a:off x="5973284" y="4039827"/>
            <a:ext cx="881313" cy="5267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Bug spread analysis</a:t>
            </a:r>
            <a:endParaRPr lang="en-US" sz="1000" dirty="0"/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9AE7487F-9975-AFAA-672F-02B1B9B4EB14}"/>
              </a:ext>
            </a:extLst>
          </p:cNvPr>
          <p:cNvGrpSpPr/>
          <p:nvPr/>
        </p:nvGrpSpPr>
        <p:grpSpPr>
          <a:xfrm>
            <a:off x="7229491" y="937022"/>
            <a:ext cx="998622" cy="381255"/>
            <a:chOff x="4965030" y="2995794"/>
            <a:chExt cx="1379622" cy="486414"/>
          </a:xfrm>
        </p:grpSpPr>
        <p:sp>
          <p:nvSpPr>
            <p:cNvPr id="29" name="Segno di sottrazione 28">
              <a:extLst>
                <a:ext uri="{FF2B5EF4-FFF2-40B4-BE49-F238E27FC236}">
                  <a16:creationId xmlns:a16="http://schemas.microsoft.com/office/drawing/2014/main" id="{F7CBCD2C-DED3-35F2-5078-EBACF7E1C093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0" name="Segno di sottrazione 29">
              <a:extLst>
                <a:ext uri="{FF2B5EF4-FFF2-40B4-BE49-F238E27FC236}">
                  <a16:creationId xmlns:a16="http://schemas.microsoft.com/office/drawing/2014/main" id="{7112ED53-D140-97A1-4870-00AB62DE5E9C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35" name="Ovale 34">
            <a:extLst>
              <a:ext uri="{FF2B5EF4-FFF2-40B4-BE49-F238E27FC236}">
                <a16:creationId xmlns:a16="http://schemas.microsoft.com/office/drawing/2014/main" id="{0619528A-5A57-3D52-EBFF-146E59F74292}"/>
              </a:ext>
            </a:extLst>
          </p:cNvPr>
          <p:cNvSpPr/>
          <p:nvPr/>
        </p:nvSpPr>
        <p:spPr>
          <a:xfrm>
            <a:off x="5002814" y="1065708"/>
            <a:ext cx="1303589" cy="4868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Catches Normalization</a:t>
            </a:r>
            <a:endParaRPr lang="en-US" sz="1000" dirty="0"/>
          </a:p>
        </p:txBody>
      </p: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C9E77489-73EE-FA96-5CD9-1A7BF8E72F82}"/>
              </a:ext>
            </a:extLst>
          </p:cNvPr>
          <p:cNvGrpSpPr/>
          <p:nvPr/>
        </p:nvGrpSpPr>
        <p:grpSpPr>
          <a:xfrm>
            <a:off x="2926576" y="1461362"/>
            <a:ext cx="906376" cy="338554"/>
            <a:chOff x="4965030" y="2995794"/>
            <a:chExt cx="1379622" cy="486414"/>
          </a:xfrm>
        </p:grpSpPr>
        <p:sp>
          <p:nvSpPr>
            <p:cNvPr id="39" name="Segno di sottrazione 38">
              <a:extLst>
                <a:ext uri="{FF2B5EF4-FFF2-40B4-BE49-F238E27FC236}">
                  <a16:creationId xmlns:a16="http://schemas.microsoft.com/office/drawing/2014/main" id="{A30B6B93-AAD5-B227-1060-B82FFE58FD0B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47" name="Segno di sottrazione 46">
              <a:extLst>
                <a:ext uri="{FF2B5EF4-FFF2-40B4-BE49-F238E27FC236}">
                  <a16:creationId xmlns:a16="http://schemas.microsoft.com/office/drawing/2014/main" id="{2A8ADA23-0EEE-E35F-5071-296A19F89662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57" name="Rettangolo 56">
            <a:extLst>
              <a:ext uri="{FF2B5EF4-FFF2-40B4-BE49-F238E27FC236}">
                <a16:creationId xmlns:a16="http://schemas.microsoft.com/office/drawing/2014/main" id="{CC535EE8-332E-DFE5-9304-CFC505ACA6D6}"/>
              </a:ext>
            </a:extLst>
          </p:cNvPr>
          <p:cNvSpPr/>
          <p:nvPr/>
        </p:nvSpPr>
        <p:spPr>
          <a:xfrm>
            <a:off x="6802961" y="4540683"/>
            <a:ext cx="810127" cy="213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Agronomist</a:t>
            </a:r>
            <a:endParaRPr lang="en-US" sz="1000" dirty="0"/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14A2CDB3-737D-49FC-03A7-E21D94224E3D}"/>
              </a:ext>
            </a:extLst>
          </p:cNvPr>
          <p:cNvSpPr/>
          <p:nvPr/>
        </p:nvSpPr>
        <p:spPr>
          <a:xfrm>
            <a:off x="6802961" y="4891787"/>
            <a:ext cx="810127" cy="213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Researcher</a:t>
            </a:r>
            <a:endParaRPr lang="en-US" sz="1000" dirty="0"/>
          </a:p>
        </p:txBody>
      </p:sp>
      <p:sp>
        <p:nvSpPr>
          <p:cNvPr id="72" name="Ovale 71">
            <a:extLst>
              <a:ext uri="{FF2B5EF4-FFF2-40B4-BE49-F238E27FC236}">
                <a16:creationId xmlns:a16="http://schemas.microsoft.com/office/drawing/2014/main" id="{C18E52D7-B002-4984-E25C-4CD1DBA57168}"/>
              </a:ext>
            </a:extLst>
          </p:cNvPr>
          <p:cNvSpPr/>
          <p:nvPr/>
        </p:nvSpPr>
        <p:spPr>
          <a:xfrm>
            <a:off x="6082547" y="5394005"/>
            <a:ext cx="914904" cy="5584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</a:t>
            </a:r>
            <a:b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ESA </a:t>
            </a:r>
            <a:r>
              <a:rPr lang="en-US" sz="1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imgs</a:t>
            </a:r>
            <a:endParaRPr lang="en-US" sz="1000" dirty="0"/>
          </a:p>
        </p:txBody>
      </p:sp>
      <p:cxnSp>
        <p:nvCxnSpPr>
          <p:cNvPr id="74" name="Connettore a gomito 73">
            <a:extLst>
              <a:ext uri="{FF2B5EF4-FFF2-40B4-BE49-F238E27FC236}">
                <a16:creationId xmlns:a16="http://schemas.microsoft.com/office/drawing/2014/main" id="{C558A0B5-2785-FB69-8FDC-BFE9D45100D6}"/>
              </a:ext>
            </a:extLst>
          </p:cNvPr>
          <p:cNvCxnSpPr>
            <a:cxnSpLocks/>
            <a:stCxn id="109" idx="3"/>
          </p:cNvCxnSpPr>
          <p:nvPr/>
        </p:nvCxnSpPr>
        <p:spPr>
          <a:xfrm rot="16200000" flipV="1">
            <a:off x="7104587" y="5566102"/>
            <a:ext cx="571406" cy="7856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ttore 2 85">
            <a:extLst>
              <a:ext uri="{FF2B5EF4-FFF2-40B4-BE49-F238E27FC236}">
                <a16:creationId xmlns:a16="http://schemas.microsoft.com/office/drawing/2014/main" id="{A0168501-CBAD-0B36-A727-1FA919F92629}"/>
              </a:ext>
            </a:extLst>
          </p:cNvPr>
          <p:cNvCxnSpPr>
            <a:cxnSpLocks/>
            <a:endCxn id="75" idx="3"/>
          </p:cNvCxnSpPr>
          <p:nvPr/>
        </p:nvCxnSpPr>
        <p:spPr>
          <a:xfrm flipH="1">
            <a:off x="5574964" y="5673238"/>
            <a:ext cx="507583" cy="3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ttangolo 97">
            <a:extLst>
              <a:ext uri="{FF2B5EF4-FFF2-40B4-BE49-F238E27FC236}">
                <a16:creationId xmlns:a16="http://schemas.microsoft.com/office/drawing/2014/main" id="{5B42F682-8000-42EC-C090-77CB9AE5C915}"/>
              </a:ext>
            </a:extLst>
          </p:cNvPr>
          <p:cNvSpPr/>
          <p:nvPr/>
        </p:nvSpPr>
        <p:spPr>
          <a:xfrm>
            <a:off x="9110214" y="1260954"/>
            <a:ext cx="1058786" cy="21356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Weather station</a:t>
            </a:r>
            <a:endParaRPr lang="en-US" sz="1000" dirty="0"/>
          </a:p>
        </p:txBody>
      </p:sp>
      <p:sp>
        <p:nvSpPr>
          <p:cNvPr id="99" name="Ovale 98">
            <a:extLst>
              <a:ext uri="{FF2B5EF4-FFF2-40B4-BE49-F238E27FC236}">
                <a16:creationId xmlns:a16="http://schemas.microsoft.com/office/drawing/2014/main" id="{E028CDBB-0823-6404-C90E-D8B2B765FC3F}"/>
              </a:ext>
            </a:extLst>
          </p:cNvPr>
          <p:cNvSpPr/>
          <p:nvPr/>
        </p:nvSpPr>
        <p:spPr>
          <a:xfrm>
            <a:off x="9013964" y="1658447"/>
            <a:ext cx="1251286" cy="33164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 weather data</a:t>
            </a:r>
            <a:endParaRPr lang="en-US" sz="1000" dirty="0"/>
          </a:p>
        </p:txBody>
      </p:sp>
      <p:sp>
        <p:nvSpPr>
          <p:cNvPr id="120" name="Ovale 119">
            <a:extLst>
              <a:ext uri="{FF2B5EF4-FFF2-40B4-BE49-F238E27FC236}">
                <a16:creationId xmlns:a16="http://schemas.microsoft.com/office/drawing/2014/main" id="{0937548A-A0A3-ACE3-3BFE-8A120989EA1F}"/>
              </a:ext>
            </a:extLst>
          </p:cNvPr>
          <p:cNvSpPr/>
          <p:nvPr/>
        </p:nvSpPr>
        <p:spPr>
          <a:xfrm>
            <a:off x="9441605" y="2148921"/>
            <a:ext cx="1010639" cy="4163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Aggregate data</a:t>
            </a:r>
            <a:endParaRPr lang="en-US" sz="1000" dirty="0"/>
          </a:p>
        </p:txBody>
      </p:sp>
      <p:sp>
        <p:nvSpPr>
          <p:cNvPr id="121" name="CasellaDiTesto 120">
            <a:extLst>
              <a:ext uri="{FF2B5EF4-FFF2-40B4-BE49-F238E27FC236}">
                <a16:creationId xmlns:a16="http://schemas.microsoft.com/office/drawing/2014/main" id="{E89B7A67-6E18-B9B5-6647-07D610A07834}"/>
              </a:ext>
            </a:extLst>
          </p:cNvPr>
          <p:cNvSpPr txBox="1"/>
          <p:nvPr/>
        </p:nvSpPr>
        <p:spPr>
          <a:xfrm>
            <a:off x="9335459" y="2806074"/>
            <a:ext cx="1198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Agg. </a:t>
            </a:r>
            <a:r>
              <a:rPr lang="en-US" sz="1000" dirty="0" err="1"/>
              <a:t>meteo</a:t>
            </a:r>
            <a:r>
              <a:rPr lang="en-US" sz="1000" dirty="0"/>
              <a:t> storage</a:t>
            </a:r>
          </a:p>
        </p:txBody>
      </p:sp>
      <p:grpSp>
        <p:nvGrpSpPr>
          <p:cNvPr id="122" name="Gruppo 121">
            <a:extLst>
              <a:ext uri="{FF2B5EF4-FFF2-40B4-BE49-F238E27FC236}">
                <a16:creationId xmlns:a16="http://schemas.microsoft.com/office/drawing/2014/main" id="{A07C0FC7-5C76-11E5-1DA2-9B1045CB3E81}"/>
              </a:ext>
            </a:extLst>
          </p:cNvPr>
          <p:cNvGrpSpPr/>
          <p:nvPr/>
        </p:nvGrpSpPr>
        <p:grpSpPr>
          <a:xfrm>
            <a:off x="9239205" y="2744994"/>
            <a:ext cx="1422730" cy="404154"/>
            <a:chOff x="4965030" y="2995794"/>
            <a:chExt cx="1379622" cy="486414"/>
          </a:xfrm>
        </p:grpSpPr>
        <p:sp>
          <p:nvSpPr>
            <p:cNvPr id="123" name="Segno di sottrazione 122">
              <a:extLst>
                <a:ext uri="{FF2B5EF4-FFF2-40B4-BE49-F238E27FC236}">
                  <a16:creationId xmlns:a16="http://schemas.microsoft.com/office/drawing/2014/main" id="{6589C664-45C8-DF0A-DE60-08B75A4E75C5}"/>
                </a:ext>
              </a:extLst>
            </p:cNvPr>
            <p:cNvSpPr/>
            <p:nvPr/>
          </p:nvSpPr>
          <p:spPr>
            <a:xfrm>
              <a:off x="4965030" y="2995794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4" name="Segno di sottrazione 123">
              <a:extLst>
                <a:ext uri="{FF2B5EF4-FFF2-40B4-BE49-F238E27FC236}">
                  <a16:creationId xmlns:a16="http://schemas.microsoft.com/office/drawing/2014/main" id="{F256ED70-46B8-C2E5-4818-D84E89460294}"/>
                </a:ext>
              </a:extLst>
            </p:cNvPr>
            <p:cNvSpPr/>
            <p:nvPr/>
          </p:nvSpPr>
          <p:spPr>
            <a:xfrm>
              <a:off x="4965030" y="3315953"/>
              <a:ext cx="1379622" cy="166255"/>
            </a:xfrm>
            <a:prstGeom prst="mathMinus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943A95EB-D2FD-8D1B-979D-088F4EC35202}"/>
              </a:ext>
            </a:extLst>
          </p:cNvPr>
          <p:cNvCxnSpPr>
            <a:stCxn id="7" idx="1"/>
            <a:endCxn id="8" idx="6"/>
          </p:cNvCxnSpPr>
          <p:nvPr/>
        </p:nvCxnSpPr>
        <p:spPr>
          <a:xfrm rot="10800000">
            <a:off x="3752123" y="789630"/>
            <a:ext cx="515591" cy="31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ttore a gomito 126">
            <a:extLst>
              <a:ext uri="{FF2B5EF4-FFF2-40B4-BE49-F238E27FC236}">
                <a16:creationId xmlns:a16="http://schemas.microsoft.com/office/drawing/2014/main" id="{630B1E28-4636-B30D-5D6C-2D13FBF8DBBB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 flipV="1">
            <a:off x="5518998" y="792505"/>
            <a:ext cx="591550" cy="3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ttore a gomito 132">
            <a:extLst>
              <a:ext uri="{FF2B5EF4-FFF2-40B4-BE49-F238E27FC236}">
                <a16:creationId xmlns:a16="http://schemas.microsoft.com/office/drawing/2014/main" id="{7452086E-FAD1-2C91-132D-4040BD9A0245}"/>
              </a:ext>
            </a:extLst>
          </p:cNvPr>
          <p:cNvCxnSpPr>
            <a:cxnSpLocks/>
            <a:stCxn id="9" idx="6"/>
            <a:endCxn id="29" idx="3"/>
          </p:cNvCxnSpPr>
          <p:nvPr/>
        </p:nvCxnSpPr>
        <p:spPr>
          <a:xfrm>
            <a:off x="7137252" y="792505"/>
            <a:ext cx="591550" cy="1943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ttore a gomito 145">
            <a:extLst>
              <a:ext uri="{FF2B5EF4-FFF2-40B4-BE49-F238E27FC236}">
                <a16:creationId xmlns:a16="http://schemas.microsoft.com/office/drawing/2014/main" id="{CBC562D8-5A88-F7E8-07B7-D1258B45BE39}"/>
              </a:ext>
            </a:extLst>
          </p:cNvPr>
          <p:cNvCxnSpPr>
            <a:cxnSpLocks/>
            <a:stCxn id="21" idx="1"/>
            <a:endCxn id="35" idx="6"/>
          </p:cNvCxnSpPr>
          <p:nvPr/>
        </p:nvCxnSpPr>
        <p:spPr>
          <a:xfrm rot="10800000" flipV="1">
            <a:off x="6306403" y="1110818"/>
            <a:ext cx="971216" cy="1983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ttore a gomito 149">
            <a:extLst>
              <a:ext uri="{FF2B5EF4-FFF2-40B4-BE49-F238E27FC236}">
                <a16:creationId xmlns:a16="http://schemas.microsoft.com/office/drawing/2014/main" id="{35DB32F1-ABE8-C170-39DA-01F58242FB92}"/>
              </a:ext>
            </a:extLst>
          </p:cNvPr>
          <p:cNvCxnSpPr>
            <a:cxnSpLocks/>
            <a:stCxn id="35" idx="2"/>
          </p:cNvCxnSpPr>
          <p:nvPr/>
        </p:nvCxnSpPr>
        <p:spPr>
          <a:xfrm rot="10800000">
            <a:off x="4639358" y="1273200"/>
            <a:ext cx="363456" cy="359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ttore a gomito 150">
            <a:extLst>
              <a:ext uri="{FF2B5EF4-FFF2-40B4-BE49-F238E27FC236}">
                <a16:creationId xmlns:a16="http://schemas.microsoft.com/office/drawing/2014/main" id="{FF14D1DE-B71A-23DC-267D-1D490152AE0E}"/>
              </a:ext>
            </a:extLst>
          </p:cNvPr>
          <p:cNvCxnSpPr>
            <a:cxnSpLocks/>
            <a:stCxn id="8" idx="4"/>
            <a:endCxn id="39" idx="3"/>
          </p:cNvCxnSpPr>
          <p:nvPr/>
        </p:nvCxnSpPr>
        <p:spPr>
          <a:xfrm rot="5400000">
            <a:off x="3126547" y="1251008"/>
            <a:ext cx="507822" cy="13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ttore 2 157">
            <a:extLst>
              <a:ext uri="{FF2B5EF4-FFF2-40B4-BE49-F238E27FC236}">
                <a16:creationId xmlns:a16="http://schemas.microsoft.com/office/drawing/2014/main" id="{9F02C6F0-B6B3-EB3D-E8F1-3284FFD9D305}"/>
              </a:ext>
            </a:extLst>
          </p:cNvPr>
          <p:cNvCxnSpPr>
            <a:cxnSpLocks/>
            <a:stCxn id="98" idx="2"/>
            <a:endCxn id="99" idx="0"/>
          </p:cNvCxnSpPr>
          <p:nvPr/>
        </p:nvCxnSpPr>
        <p:spPr>
          <a:xfrm>
            <a:off x="9639607" y="1474515"/>
            <a:ext cx="0" cy="183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2B14A403-402C-D2C2-953F-D9C3ACE2E656}"/>
              </a:ext>
            </a:extLst>
          </p:cNvPr>
          <p:cNvCxnSpPr>
            <a:cxnSpLocks/>
            <a:stCxn id="100" idx="3"/>
            <a:endCxn id="120" idx="2"/>
          </p:cNvCxnSpPr>
          <p:nvPr/>
        </p:nvCxnSpPr>
        <p:spPr>
          <a:xfrm>
            <a:off x="9133799" y="2353644"/>
            <a:ext cx="307806" cy="3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ttore 2 170">
            <a:extLst>
              <a:ext uri="{FF2B5EF4-FFF2-40B4-BE49-F238E27FC236}">
                <a16:creationId xmlns:a16="http://schemas.microsoft.com/office/drawing/2014/main" id="{3678D674-A324-FCD8-34D3-29B6DAB067FC}"/>
              </a:ext>
            </a:extLst>
          </p:cNvPr>
          <p:cNvCxnSpPr>
            <a:cxnSpLocks/>
            <a:stCxn id="120" idx="4"/>
            <a:endCxn id="123" idx="3"/>
          </p:cNvCxnSpPr>
          <p:nvPr/>
        </p:nvCxnSpPr>
        <p:spPr>
          <a:xfrm>
            <a:off x="9946925" y="2565241"/>
            <a:ext cx="3645" cy="232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ttore 2 173">
            <a:extLst>
              <a:ext uri="{FF2B5EF4-FFF2-40B4-BE49-F238E27FC236}">
                <a16:creationId xmlns:a16="http://schemas.microsoft.com/office/drawing/2014/main" id="{732376C2-2FEF-BDCA-CF82-91480BD2174E}"/>
              </a:ext>
            </a:extLst>
          </p:cNvPr>
          <p:cNvCxnSpPr>
            <a:cxnSpLocks/>
            <a:stCxn id="27" idx="0"/>
            <a:endCxn id="90" idx="1"/>
          </p:cNvCxnSpPr>
          <p:nvPr/>
        </p:nvCxnSpPr>
        <p:spPr>
          <a:xfrm flipV="1">
            <a:off x="2804658" y="3539467"/>
            <a:ext cx="348505" cy="308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ttore 2 176">
            <a:extLst>
              <a:ext uri="{FF2B5EF4-FFF2-40B4-BE49-F238E27FC236}">
                <a16:creationId xmlns:a16="http://schemas.microsoft.com/office/drawing/2014/main" id="{BBD988F6-7C7B-87A3-33C0-2DBC4F675C6A}"/>
              </a:ext>
            </a:extLst>
          </p:cNvPr>
          <p:cNvCxnSpPr>
            <a:cxnSpLocks/>
            <a:stCxn id="45" idx="6"/>
            <a:endCxn id="53" idx="1"/>
          </p:cNvCxnSpPr>
          <p:nvPr/>
        </p:nvCxnSpPr>
        <p:spPr>
          <a:xfrm>
            <a:off x="5550724" y="3549720"/>
            <a:ext cx="689591" cy="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ttore 2 181">
            <a:extLst>
              <a:ext uri="{FF2B5EF4-FFF2-40B4-BE49-F238E27FC236}">
                <a16:creationId xmlns:a16="http://schemas.microsoft.com/office/drawing/2014/main" id="{808D4807-A462-7581-F215-3EAF07C1F60F}"/>
              </a:ext>
            </a:extLst>
          </p:cNvPr>
          <p:cNvCxnSpPr>
            <a:cxnSpLocks/>
            <a:stCxn id="56" idx="1"/>
            <a:endCxn id="136" idx="0"/>
          </p:cNvCxnSpPr>
          <p:nvPr/>
        </p:nvCxnSpPr>
        <p:spPr>
          <a:xfrm flipH="1">
            <a:off x="6413941" y="3738717"/>
            <a:ext cx="9860" cy="301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ttore a gomito 184">
            <a:extLst>
              <a:ext uri="{FF2B5EF4-FFF2-40B4-BE49-F238E27FC236}">
                <a16:creationId xmlns:a16="http://schemas.microsoft.com/office/drawing/2014/main" id="{240B848C-203E-2E35-354C-422BD30224FE}"/>
              </a:ext>
            </a:extLst>
          </p:cNvPr>
          <p:cNvCxnSpPr>
            <a:cxnSpLocks/>
            <a:stCxn id="136" idx="4"/>
            <a:endCxn id="57" idx="1"/>
          </p:cNvCxnSpPr>
          <p:nvPr/>
        </p:nvCxnSpPr>
        <p:spPr>
          <a:xfrm rot="16200000" flipH="1">
            <a:off x="6568009" y="4412511"/>
            <a:ext cx="80885" cy="3890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ttore a gomito 187">
            <a:extLst>
              <a:ext uri="{FF2B5EF4-FFF2-40B4-BE49-F238E27FC236}">
                <a16:creationId xmlns:a16="http://schemas.microsoft.com/office/drawing/2014/main" id="{B2EBA24F-63DF-5B94-F194-A2374A518CA3}"/>
              </a:ext>
            </a:extLst>
          </p:cNvPr>
          <p:cNvCxnSpPr>
            <a:cxnSpLocks/>
            <a:stCxn id="136" idx="4"/>
            <a:endCxn id="58" idx="1"/>
          </p:cNvCxnSpPr>
          <p:nvPr/>
        </p:nvCxnSpPr>
        <p:spPr>
          <a:xfrm rot="16200000" flipH="1">
            <a:off x="6392457" y="4588063"/>
            <a:ext cx="431989" cy="3890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ttangolo 194">
            <a:extLst>
              <a:ext uri="{FF2B5EF4-FFF2-40B4-BE49-F238E27FC236}">
                <a16:creationId xmlns:a16="http://schemas.microsoft.com/office/drawing/2014/main" id="{E8B23CE2-B5C4-9363-EE9F-D80770203BCB}"/>
              </a:ext>
            </a:extLst>
          </p:cNvPr>
          <p:cNvSpPr/>
          <p:nvPr/>
        </p:nvSpPr>
        <p:spPr>
          <a:xfrm>
            <a:off x="9338464" y="4308840"/>
            <a:ext cx="810127" cy="213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Agronomist</a:t>
            </a:r>
            <a:endParaRPr lang="en-US" sz="1000" dirty="0"/>
          </a:p>
        </p:txBody>
      </p:sp>
      <p:sp>
        <p:nvSpPr>
          <p:cNvPr id="196" name="Rettangolo 195">
            <a:extLst>
              <a:ext uri="{FF2B5EF4-FFF2-40B4-BE49-F238E27FC236}">
                <a16:creationId xmlns:a16="http://schemas.microsoft.com/office/drawing/2014/main" id="{8AA64D64-3447-DFC9-F049-86211095820D}"/>
              </a:ext>
            </a:extLst>
          </p:cNvPr>
          <p:cNvSpPr/>
          <p:nvPr/>
        </p:nvSpPr>
        <p:spPr>
          <a:xfrm>
            <a:off x="9338464" y="4659944"/>
            <a:ext cx="810127" cy="21356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Researcher</a:t>
            </a:r>
            <a:endParaRPr lang="en-US" sz="1000" dirty="0"/>
          </a:p>
        </p:txBody>
      </p:sp>
      <p:cxnSp>
        <p:nvCxnSpPr>
          <p:cNvPr id="197" name="Connettore a gomito 196">
            <a:extLst>
              <a:ext uri="{FF2B5EF4-FFF2-40B4-BE49-F238E27FC236}">
                <a16:creationId xmlns:a16="http://schemas.microsoft.com/office/drawing/2014/main" id="{4E9DFBD3-5055-9135-D377-FE22FF3CBB9A}"/>
              </a:ext>
            </a:extLst>
          </p:cNvPr>
          <p:cNvCxnSpPr>
            <a:cxnSpLocks/>
            <a:stCxn id="40" idx="4"/>
            <a:endCxn id="195" idx="1"/>
          </p:cNvCxnSpPr>
          <p:nvPr/>
        </p:nvCxnSpPr>
        <p:spPr>
          <a:xfrm rot="16200000" flipH="1">
            <a:off x="8978540" y="4055696"/>
            <a:ext cx="295235" cy="4246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ttore a gomito 197">
            <a:extLst>
              <a:ext uri="{FF2B5EF4-FFF2-40B4-BE49-F238E27FC236}">
                <a16:creationId xmlns:a16="http://schemas.microsoft.com/office/drawing/2014/main" id="{35DFD465-6B7C-80FB-E732-3C27C71AA4CA}"/>
              </a:ext>
            </a:extLst>
          </p:cNvPr>
          <p:cNvCxnSpPr>
            <a:cxnSpLocks/>
            <a:stCxn id="40" idx="4"/>
            <a:endCxn id="196" idx="1"/>
          </p:cNvCxnSpPr>
          <p:nvPr/>
        </p:nvCxnSpPr>
        <p:spPr>
          <a:xfrm rot="16200000" flipH="1">
            <a:off x="8802988" y="4231248"/>
            <a:ext cx="646339" cy="4246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e 204">
            <a:extLst>
              <a:ext uri="{FF2B5EF4-FFF2-40B4-BE49-F238E27FC236}">
                <a16:creationId xmlns:a16="http://schemas.microsoft.com/office/drawing/2014/main" id="{0EC98D67-9740-9799-5DAE-BA261822675B}"/>
              </a:ext>
            </a:extLst>
          </p:cNvPr>
          <p:cNvSpPr/>
          <p:nvPr/>
        </p:nvSpPr>
        <p:spPr>
          <a:xfrm>
            <a:off x="6718767" y="2117246"/>
            <a:ext cx="1166177" cy="47864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Align </a:t>
            </a:r>
            <a:r>
              <a:rPr lang="en-US" sz="1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meteo</a:t>
            </a: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&amp; traps</a:t>
            </a:r>
            <a:endParaRPr lang="en-US" sz="1000" dirty="0"/>
          </a:p>
        </p:txBody>
      </p:sp>
      <p:cxnSp>
        <p:nvCxnSpPr>
          <p:cNvPr id="221" name="Connettore a gomito 220">
            <a:extLst>
              <a:ext uri="{FF2B5EF4-FFF2-40B4-BE49-F238E27FC236}">
                <a16:creationId xmlns:a16="http://schemas.microsoft.com/office/drawing/2014/main" id="{40ADB2C0-7DDC-DB10-37DD-CB4365C41FF4}"/>
              </a:ext>
            </a:extLst>
          </p:cNvPr>
          <p:cNvCxnSpPr>
            <a:cxnSpLocks/>
            <a:stCxn id="36" idx="3"/>
            <a:endCxn id="205" idx="0"/>
          </p:cNvCxnSpPr>
          <p:nvPr/>
        </p:nvCxnSpPr>
        <p:spPr>
          <a:xfrm>
            <a:off x="3802114" y="1620158"/>
            <a:ext cx="3499742" cy="4970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ttore 2 232">
            <a:extLst>
              <a:ext uri="{FF2B5EF4-FFF2-40B4-BE49-F238E27FC236}">
                <a16:creationId xmlns:a16="http://schemas.microsoft.com/office/drawing/2014/main" id="{7077FAF4-C05D-B148-2373-FB6E43C10B1D}"/>
              </a:ext>
            </a:extLst>
          </p:cNvPr>
          <p:cNvCxnSpPr>
            <a:cxnSpLocks/>
            <a:stCxn id="205" idx="2"/>
            <a:endCxn id="223" idx="3"/>
          </p:cNvCxnSpPr>
          <p:nvPr/>
        </p:nvCxnSpPr>
        <p:spPr>
          <a:xfrm flipH="1">
            <a:off x="6185360" y="2356570"/>
            <a:ext cx="533407" cy="2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Ovale 237">
            <a:extLst>
              <a:ext uri="{FF2B5EF4-FFF2-40B4-BE49-F238E27FC236}">
                <a16:creationId xmlns:a16="http://schemas.microsoft.com/office/drawing/2014/main" id="{DA206A2C-7AB5-8006-F387-8C611199D30C}"/>
              </a:ext>
            </a:extLst>
          </p:cNvPr>
          <p:cNvSpPr/>
          <p:nvPr/>
        </p:nvSpPr>
        <p:spPr>
          <a:xfrm>
            <a:off x="2276712" y="2398267"/>
            <a:ext cx="1047798" cy="47864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Align env &amp; traps</a:t>
            </a:r>
            <a:endParaRPr lang="en-US" sz="1000" dirty="0"/>
          </a:p>
        </p:txBody>
      </p:sp>
      <p:cxnSp>
        <p:nvCxnSpPr>
          <p:cNvPr id="243" name="Connettore a gomito 242">
            <a:extLst>
              <a:ext uri="{FF2B5EF4-FFF2-40B4-BE49-F238E27FC236}">
                <a16:creationId xmlns:a16="http://schemas.microsoft.com/office/drawing/2014/main" id="{FB72EAB5-6CFE-EC5A-620B-46C23EA1E0F3}"/>
              </a:ext>
            </a:extLst>
          </p:cNvPr>
          <p:cNvCxnSpPr>
            <a:cxnSpLocks/>
            <a:stCxn id="89" idx="3"/>
            <a:endCxn id="238" idx="4"/>
          </p:cNvCxnSpPr>
          <p:nvPr/>
        </p:nvCxnSpPr>
        <p:spPr>
          <a:xfrm rot="16200000" flipV="1">
            <a:off x="2825242" y="2852284"/>
            <a:ext cx="303291" cy="3525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BB609DEF-0154-772C-A444-2BA698F4AB61}"/>
              </a:ext>
            </a:extLst>
          </p:cNvPr>
          <p:cNvGrpSpPr/>
          <p:nvPr/>
        </p:nvGrpSpPr>
        <p:grpSpPr>
          <a:xfrm>
            <a:off x="3821813" y="2469342"/>
            <a:ext cx="1068267" cy="338554"/>
            <a:chOff x="3821813" y="2469342"/>
            <a:chExt cx="1068267" cy="338554"/>
          </a:xfrm>
        </p:grpSpPr>
        <p:sp>
          <p:nvSpPr>
            <p:cNvPr id="253" name="CasellaDiTesto 252">
              <a:extLst>
                <a:ext uri="{FF2B5EF4-FFF2-40B4-BE49-F238E27FC236}">
                  <a16:creationId xmlns:a16="http://schemas.microsoft.com/office/drawing/2014/main" id="{492E6CC8-B2BE-03DD-DEB4-5D525C35C4EC}"/>
                </a:ext>
              </a:extLst>
            </p:cNvPr>
            <p:cNvSpPr txBox="1"/>
            <p:nvPr/>
          </p:nvSpPr>
          <p:spPr>
            <a:xfrm>
              <a:off x="3942132" y="2513048"/>
              <a:ext cx="9166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Env in traps</a:t>
              </a:r>
            </a:p>
          </p:txBody>
        </p:sp>
        <p:grpSp>
          <p:nvGrpSpPr>
            <p:cNvPr id="254" name="Gruppo 253">
              <a:extLst>
                <a:ext uri="{FF2B5EF4-FFF2-40B4-BE49-F238E27FC236}">
                  <a16:creationId xmlns:a16="http://schemas.microsoft.com/office/drawing/2014/main" id="{7C7F4F17-760E-DE84-5114-5A30CCC91C75}"/>
                </a:ext>
              </a:extLst>
            </p:cNvPr>
            <p:cNvGrpSpPr/>
            <p:nvPr/>
          </p:nvGrpSpPr>
          <p:grpSpPr>
            <a:xfrm>
              <a:off x="3821813" y="2469342"/>
              <a:ext cx="1068267" cy="338554"/>
              <a:chOff x="4965030" y="2995794"/>
              <a:chExt cx="1379622" cy="486414"/>
            </a:xfrm>
          </p:grpSpPr>
          <p:sp>
            <p:nvSpPr>
              <p:cNvPr id="255" name="Segno di sottrazione 254">
                <a:extLst>
                  <a:ext uri="{FF2B5EF4-FFF2-40B4-BE49-F238E27FC236}">
                    <a16:creationId xmlns:a16="http://schemas.microsoft.com/office/drawing/2014/main" id="{B85396CA-285B-A838-AA7A-99006151FEDC}"/>
                  </a:ext>
                </a:extLst>
              </p:cNvPr>
              <p:cNvSpPr/>
              <p:nvPr/>
            </p:nvSpPr>
            <p:spPr>
              <a:xfrm>
                <a:off x="4965030" y="2995794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56" name="Segno di sottrazione 255">
                <a:extLst>
                  <a:ext uri="{FF2B5EF4-FFF2-40B4-BE49-F238E27FC236}">
                    <a16:creationId xmlns:a16="http://schemas.microsoft.com/office/drawing/2014/main" id="{11C62EF0-9A58-2D91-8446-4139E0136E3C}"/>
                  </a:ext>
                </a:extLst>
              </p:cNvPr>
              <p:cNvSpPr/>
              <p:nvPr/>
            </p:nvSpPr>
            <p:spPr>
              <a:xfrm>
                <a:off x="4965030" y="3315953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cxnSp>
        <p:nvCxnSpPr>
          <p:cNvPr id="257" name="Connettore a gomito 256">
            <a:extLst>
              <a:ext uri="{FF2B5EF4-FFF2-40B4-BE49-F238E27FC236}">
                <a16:creationId xmlns:a16="http://schemas.microsoft.com/office/drawing/2014/main" id="{A0122A0E-7196-A2E9-DB58-9EE11ECA6E84}"/>
              </a:ext>
            </a:extLst>
          </p:cNvPr>
          <p:cNvCxnSpPr>
            <a:cxnSpLocks/>
            <a:stCxn id="238" idx="6"/>
            <a:endCxn id="253" idx="1"/>
          </p:cNvCxnSpPr>
          <p:nvPr/>
        </p:nvCxnSpPr>
        <p:spPr>
          <a:xfrm flipV="1">
            <a:off x="3324510" y="2636159"/>
            <a:ext cx="617622" cy="14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e 265">
            <a:extLst>
              <a:ext uri="{FF2B5EF4-FFF2-40B4-BE49-F238E27FC236}">
                <a16:creationId xmlns:a16="http://schemas.microsoft.com/office/drawing/2014/main" id="{352EF219-B02E-EB79-BAD8-8730F6F156FF}"/>
              </a:ext>
            </a:extLst>
          </p:cNvPr>
          <p:cNvSpPr/>
          <p:nvPr/>
        </p:nvSpPr>
        <p:spPr>
          <a:xfrm>
            <a:off x="805213" y="5359113"/>
            <a:ext cx="1047798" cy="47864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Align </a:t>
            </a:r>
            <a:r>
              <a:rPr lang="en-US" sz="1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imgs</a:t>
            </a: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&amp; traps</a:t>
            </a:r>
            <a:endParaRPr lang="en-US" sz="1000" dirty="0"/>
          </a:p>
        </p:txBody>
      </p:sp>
      <p:cxnSp>
        <p:nvCxnSpPr>
          <p:cNvPr id="267" name="Connettore a gomito 266">
            <a:extLst>
              <a:ext uri="{FF2B5EF4-FFF2-40B4-BE49-F238E27FC236}">
                <a16:creationId xmlns:a16="http://schemas.microsoft.com/office/drawing/2014/main" id="{27B552BA-583A-BFDA-6A6A-D111E1E41916}"/>
              </a:ext>
            </a:extLst>
          </p:cNvPr>
          <p:cNvCxnSpPr>
            <a:cxnSpLocks/>
            <a:stCxn id="36" idx="1"/>
            <a:endCxn id="266" idx="2"/>
          </p:cNvCxnSpPr>
          <p:nvPr/>
        </p:nvCxnSpPr>
        <p:spPr>
          <a:xfrm rot="10800000" flipV="1">
            <a:off x="805214" y="1620157"/>
            <a:ext cx="2161471" cy="3978279"/>
          </a:xfrm>
          <a:prstGeom prst="bentConnector3">
            <a:avLst>
              <a:gd name="adj1" fmla="val 1105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ttore a gomito 269">
            <a:extLst>
              <a:ext uri="{FF2B5EF4-FFF2-40B4-BE49-F238E27FC236}">
                <a16:creationId xmlns:a16="http://schemas.microsoft.com/office/drawing/2014/main" id="{5759DF65-700A-EA41-C997-28B8B435BE64}"/>
              </a:ext>
            </a:extLst>
          </p:cNvPr>
          <p:cNvCxnSpPr>
            <a:cxnSpLocks/>
            <a:stCxn id="47" idx="1"/>
            <a:endCxn id="238" idx="0"/>
          </p:cNvCxnSpPr>
          <p:nvPr/>
        </p:nvCxnSpPr>
        <p:spPr>
          <a:xfrm rot="5400000">
            <a:off x="2768888" y="1787390"/>
            <a:ext cx="642601" cy="5791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ttore a gomito 272">
            <a:extLst>
              <a:ext uri="{FF2B5EF4-FFF2-40B4-BE49-F238E27FC236}">
                <a16:creationId xmlns:a16="http://schemas.microsoft.com/office/drawing/2014/main" id="{4DC22C43-79E8-CC2C-AB5D-C73F63FDE12C}"/>
              </a:ext>
            </a:extLst>
          </p:cNvPr>
          <p:cNvCxnSpPr>
            <a:cxnSpLocks/>
            <a:stCxn id="78" idx="1"/>
          </p:cNvCxnSpPr>
          <p:nvPr/>
        </p:nvCxnSpPr>
        <p:spPr>
          <a:xfrm rot="5400000" flipH="1">
            <a:off x="3172138" y="3994735"/>
            <a:ext cx="36176" cy="3722227"/>
          </a:xfrm>
          <a:prstGeom prst="bentConnector3">
            <a:avLst>
              <a:gd name="adj1" fmla="val -7968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nettore 2 303">
            <a:extLst>
              <a:ext uri="{FF2B5EF4-FFF2-40B4-BE49-F238E27FC236}">
                <a16:creationId xmlns:a16="http://schemas.microsoft.com/office/drawing/2014/main" id="{A3A536C0-9BB1-EDD7-41C9-9DC0D18A1A20}"/>
              </a:ext>
            </a:extLst>
          </p:cNvPr>
          <p:cNvCxnSpPr>
            <a:cxnSpLocks/>
            <a:endCxn id="300" idx="1"/>
          </p:cNvCxnSpPr>
          <p:nvPr/>
        </p:nvCxnSpPr>
        <p:spPr>
          <a:xfrm flipV="1">
            <a:off x="1591300" y="4964552"/>
            <a:ext cx="523559" cy="38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nettore a gomito 329">
            <a:extLst>
              <a:ext uri="{FF2B5EF4-FFF2-40B4-BE49-F238E27FC236}">
                <a16:creationId xmlns:a16="http://schemas.microsoft.com/office/drawing/2014/main" id="{57CCA546-159A-BFA0-82D4-837F7D94C191}"/>
              </a:ext>
            </a:extLst>
          </p:cNvPr>
          <p:cNvCxnSpPr>
            <a:stCxn id="256" idx="1"/>
            <a:endCxn id="45" idx="2"/>
          </p:cNvCxnSpPr>
          <p:nvPr/>
        </p:nvCxnSpPr>
        <p:spPr>
          <a:xfrm rot="16200000" flipH="1">
            <a:off x="4028905" y="3090687"/>
            <a:ext cx="786074" cy="13199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ttore a gomito 331">
            <a:extLst>
              <a:ext uri="{FF2B5EF4-FFF2-40B4-BE49-F238E27FC236}">
                <a16:creationId xmlns:a16="http://schemas.microsoft.com/office/drawing/2014/main" id="{109439CF-02E5-1C33-DA97-8A33709EE45E}"/>
              </a:ext>
            </a:extLst>
          </p:cNvPr>
          <p:cNvCxnSpPr>
            <a:cxnSpLocks/>
            <a:stCxn id="300" idx="3"/>
            <a:endCxn id="45" idx="2"/>
          </p:cNvCxnSpPr>
          <p:nvPr/>
        </p:nvCxnSpPr>
        <p:spPr>
          <a:xfrm flipV="1">
            <a:off x="3104096" y="3549720"/>
            <a:ext cx="1383842" cy="1414832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ttore a gomito 337">
            <a:extLst>
              <a:ext uri="{FF2B5EF4-FFF2-40B4-BE49-F238E27FC236}">
                <a16:creationId xmlns:a16="http://schemas.microsoft.com/office/drawing/2014/main" id="{4E182EE5-1103-131A-FA10-3E8171820C5E}"/>
              </a:ext>
            </a:extLst>
          </p:cNvPr>
          <p:cNvCxnSpPr>
            <a:cxnSpLocks/>
            <a:stCxn id="223" idx="1"/>
            <a:endCxn id="45" idx="0"/>
          </p:cNvCxnSpPr>
          <p:nvPr/>
        </p:nvCxnSpPr>
        <p:spPr>
          <a:xfrm rot="10800000" flipV="1">
            <a:off x="5019332" y="2358890"/>
            <a:ext cx="185219" cy="95914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Connettore a gomito 345">
            <a:extLst>
              <a:ext uri="{FF2B5EF4-FFF2-40B4-BE49-F238E27FC236}">
                <a16:creationId xmlns:a16="http://schemas.microsoft.com/office/drawing/2014/main" id="{A35293F2-0259-AE35-1B3A-E00D076464F5}"/>
              </a:ext>
            </a:extLst>
          </p:cNvPr>
          <p:cNvCxnSpPr>
            <a:stCxn id="116" idx="3"/>
            <a:endCxn id="40" idx="2"/>
          </p:cNvCxnSpPr>
          <p:nvPr/>
        </p:nvCxnSpPr>
        <p:spPr>
          <a:xfrm rot="16200000" flipV="1">
            <a:off x="8199065" y="3978388"/>
            <a:ext cx="2321914" cy="2207796"/>
          </a:xfrm>
          <a:prstGeom prst="bentConnector4">
            <a:avLst>
              <a:gd name="adj1" fmla="val 44554"/>
              <a:gd name="adj2" fmla="val 1103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Connettore a gomito 348">
            <a:extLst>
              <a:ext uri="{FF2B5EF4-FFF2-40B4-BE49-F238E27FC236}">
                <a16:creationId xmlns:a16="http://schemas.microsoft.com/office/drawing/2014/main" id="{E7B459A4-849D-8D67-8087-11525793F1B9}"/>
              </a:ext>
            </a:extLst>
          </p:cNvPr>
          <p:cNvCxnSpPr>
            <a:cxnSpLocks/>
            <a:stCxn id="124" idx="1"/>
            <a:endCxn id="40" idx="0"/>
          </p:cNvCxnSpPr>
          <p:nvPr/>
        </p:nvCxnSpPr>
        <p:spPr>
          <a:xfrm rot="5400000">
            <a:off x="9119237" y="2890939"/>
            <a:ext cx="625948" cy="10367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ttore a gomito 352">
            <a:extLst>
              <a:ext uri="{FF2B5EF4-FFF2-40B4-BE49-F238E27FC236}">
                <a16:creationId xmlns:a16="http://schemas.microsoft.com/office/drawing/2014/main" id="{ECBBF27F-3FEE-6A47-EC2B-1E6F468B6EAF}"/>
              </a:ext>
            </a:extLst>
          </p:cNvPr>
          <p:cNvCxnSpPr>
            <a:cxnSpLocks/>
            <a:stCxn id="21" idx="3"/>
            <a:endCxn id="40" idx="6"/>
          </p:cNvCxnSpPr>
          <p:nvPr/>
        </p:nvCxnSpPr>
        <p:spPr>
          <a:xfrm>
            <a:off x="8212071" y="1110818"/>
            <a:ext cx="1359506" cy="2810511"/>
          </a:xfrm>
          <a:prstGeom prst="bentConnector3">
            <a:avLst>
              <a:gd name="adj1" fmla="val 2005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onnettore 2 357">
            <a:extLst>
              <a:ext uri="{FF2B5EF4-FFF2-40B4-BE49-F238E27FC236}">
                <a16:creationId xmlns:a16="http://schemas.microsoft.com/office/drawing/2014/main" id="{42D727E3-7305-2DDE-2FC5-DFFB807503E5}"/>
              </a:ext>
            </a:extLst>
          </p:cNvPr>
          <p:cNvCxnSpPr>
            <a:cxnSpLocks/>
            <a:stCxn id="100" idx="1"/>
            <a:endCxn id="205" idx="6"/>
          </p:cNvCxnSpPr>
          <p:nvPr/>
        </p:nvCxnSpPr>
        <p:spPr>
          <a:xfrm flipH="1">
            <a:off x="7884944" y="2353644"/>
            <a:ext cx="302385" cy="2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ttore a gomito 372">
            <a:extLst>
              <a:ext uri="{FF2B5EF4-FFF2-40B4-BE49-F238E27FC236}">
                <a16:creationId xmlns:a16="http://schemas.microsoft.com/office/drawing/2014/main" id="{28A25EA4-530E-4E83-4D79-31ADA3CB9ACE}"/>
              </a:ext>
            </a:extLst>
          </p:cNvPr>
          <p:cNvCxnSpPr>
            <a:stCxn id="51" idx="3"/>
            <a:endCxn id="45" idx="0"/>
          </p:cNvCxnSpPr>
          <p:nvPr/>
        </p:nvCxnSpPr>
        <p:spPr>
          <a:xfrm rot="16200000" flipH="1">
            <a:off x="3667880" y="1966585"/>
            <a:ext cx="1906076" cy="796826"/>
          </a:xfrm>
          <a:prstGeom prst="bentConnector3">
            <a:avLst>
              <a:gd name="adj1" fmla="val 2689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ttore a gomito 377">
            <a:extLst>
              <a:ext uri="{FF2B5EF4-FFF2-40B4-BE49-F238E27FC236}">
                <a16:creationId xmlns:a16="http://schemas.microsoft.com/office/drawing/2014/main" id="{920EBF17-5448-B63C-6B34-9AAB0CC5DC55}"/>
              </a:ext>
            </a:extLst>
          </p:cNvPr>
          <p:cNvCxnSpPr>
            <a:cxnSpLocks/>
            <a:stCxn id="87" idx="0"/>
            <a:endCxn id="40" idx="0"/>
          </p:cNvCxnSpPr>
          <p:nvPr/>
        </p:nvCxnSpPr>
        <p:spPr>
          <a:xfrm rot="16200000" flipH="1">
            <a:off x="5831166" y="639587"/>
            <a:ext cx="508956" cy="5656414"/>
          </a:xfrm>
          <a:prstGeom prst="bentConnector3">
            <a:avLst>
              <a:gd name="adj1" fmla="val -449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onnettore a gomito 388">
            <a:extLst>
              <a:ext uri="{FF2B5EF4-FFF2-40B4-BE49-F238E27FC236}">
                <a16:creationId xmlns:a16="http://schemas.microsoft.com/office/drawing/2014/main" id="{BD73C11D-F9F2-9949-B11B-D0AF28FC6C76}"/>
              </a:ext>
            </a:extLst>
          </p:cNvPr>
          <p:cNvCxnSpPr>
            <a:cxnSpLocks/>
            <a:stCxn id="36" idx="1"/>
            <a:endCxn id="40" idx="6"/>
          </p:cNvCxnSpPr>
          <p:nvPr/>
        </p:nvCxnSpPr>
        <p:spPr>
          <a:xfrm rot="10800000" flipH="1" flipV="1">
            <a:off x="2966683" y="1620157"/>
            <a:ext cx="6604893" cy="2301171"/>
          </a:xfrm>
          <a:prstGeom prst="bentConnector5">
            <a:avLst>
              <a:gd name="adj1" fmla="val -3461"/>
              <a:gd name="adj2" fmla="val -64236"/>
              <a:gd name="adj3" fmla="val 1313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424ADC49-13CA-2D72-FD46-5CEC94AE729A}"/>
              </a:ext>
            </a:extLst>
          </p:cNvPr>
          <p:cNvCxnSpPr>
            <a:cxnSpLocks/>
          </p:cNvCxnSpPr>
          <p:nvPr/>
        </p:nvCxnSpPr>
        <p:spPr>
          <a:xfrm>
            <a:off x="2926576" y="388818"/>
            <a:ext cx="5224635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CCC62364-3832-738F-6314-E71C8257BDF5}"/>
              </a:ext>
            </a:extLst>
          </p:cNvPr>
          <p:cNvCxnSpPr>
            <a:cxnSpLocks/>
          </p:cNvCxnSpPr>
          <p:nvPr/>
        </p:nvCxnSpPr>
        <p:spPr>
          <a:xfrm flipH="1">
            <a:off x="2926576" y="388817"/>
            <a:ext cx="1365" cy="115965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DF59A29D-E240-FEAB-1997-47384271D29D}"/>
              </a:ext>
            </a:extLst>
          </p:cNvPr>
          <p:cNvCxnSpPr>
            <a:cxnSpLocks/>
          </p:cNvCxnSpPr>
          <p:nvPr/>
        </p:nvCxnSpPr>
        <p:spPr>
          <a:xfrm flipH="1">
            <a:off x="2931338" y="1543041"/>
            <a:ext cx="86601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79C73A99-F9CF-99ED-53D5-60B34A4F921E}"/>
              </a:ext>
            </a:extLst>
          </p:cNvPr>
          <p:cNvCxnSpPr>
            <a:cxnSpLocks/>
          </p:cNvCxnSpPr>
          <p:nvPr/>
        </p:nvCxnSpPr>
        <p:spPr>
          <a:xfrm flipV="1">
            <a:off x="3786855" y="1016838"/>
            <a:ext cx="0" cy="50782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D7A35F93-544B-595E-AF94-36CF097BE7D9}"/>
              </a:ext>
            </a:extLst>
          </p:cNvPr>
          <p:cNvCxnSpPr>
            <a:cxnSpLocks/>
          </p:cNvCxnSpPr>
          <p:nvPr/>
        </p:nvCxnSpPr>
        <p:spPr>
          <a:xfrm>
            <a:off x="3797352" y="1016838"/>
            <a:ext cx="4353859" cy="1878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3D18BAA0-E65C-F0F2-3CB6-8C3B0554E4CB}"/>
              </a:ext>
            </a:extLst>
          </p:cNvPr>
          <p:cNvCxnSpPr>
            <a:cxnSpLocks/>
          </p:cNvCxnSpPr>
          <p:nvPr/>
        </p:nvCxnSpPr>
        <p:spPr>
          <a:xfrm flipV="1">
            <a:off x="8144108" y="388818"/>
            <a:ext cx="0" cy="64680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58305FEF-33FB-6591-BF49-7EA99DEF83BC}"/>
              </a:ext>
            </a:extLst>
          </p:cNvPr>
          <p:cNvCxnSpPr>
            <a:cxnSpLocks/>
          </p:cNvCxnSpPr>
          <p:nvPr/>
        </p:nvCxnSpPr>
        <p:spPr>
          <a:xfrm>
            <a:off x="8144108" y="1111861"/>
            <a:ext cx="0" cy="45311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1BB08CDA-7AEB-F3DA-8B29-E866BD05EC58}"/>
              </a:ext>
            </a:extLst>
          </p:cNvPr>
          <p:cNvCxnSpPr>
            <a:cxnSpLocks/>
          </p:cNvCxnSpPr>
          <p:nvPr/>
        </p:nvCxnSpPr>
        <p:spPr>
          <a:xfrm>
            <a:off x="4355946" y="1531145"/>
            <a:ext cx="37881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860E4AD3-B1B4-FF94-E79A-D15A6638AC1A}"/>
              </a:ext>
            </a:extLst>
          </p:cNvPr>
          <p:cNvCxnSpPr>
            <a:cxnSpLocks/>
          </p:cNvCxnSpPr>
          <p:nvPr/>
        </p:nvCxnSpPr>
        <p:spPr>
          <a:xfrm>
            <a:off x="4363049" y="1110817"/>
            <a:ext cx="37881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94FA4E2-7FB4-BFF5-F126-38627E654D2E}"/>
              </a:ext>
            </a:extLst>
          </p:cNvPr>
          <p:cNvSpPr txBox="1"/>
          <p:nvPr/>
        </p:nvSpPr>
        <p:spPr>
          <a:xfrm>
            <a:off x="7277619" y="987707"/>
            <a:ext cx="9344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Catch storage</a:t>
            </a:r>
          </a:p>
        </p:txBody>
      </p:sp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08DA0D10-9B6C-4C00-F69A-AB3F00110184}"/>
              </a:ext>
            </a:extLst>
          </p:cNvPr>
          <p:cNvCxnSpPr>
            <a:cxnSpLocks/>
          </p:cNvCxnSpPr>
          <p:nvPr/>
        </p:nvCxnSpPr>
        <p:spPr>
          <a:xfrm>
            <a:off x="4363049" y="1091719"/>
            <a:ext cx="0" cy="45311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1EFD0A2A-5B09-85E4-4ED8-D1F46055B6A9}"/>
              </a:ext>
            </a:extLst>
          </p:cNvPr>
          <p:cNvCxnSpPr>
            <a:cxnSpLocks/>
          </p:cNvCxnSpPr>
          <p:nvPr/>
        </p:nvCxnSpPr>
        <p:spPr>
          <a:xfrm>
            <a:off x="2156461" y="1702111"/>
            <a:ext cx="1159077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diritto 42">
            <a:extLst>
              <a:ext uri="{FF2B5EF4-FFF2-40B4-BE49-F238E27FC236}">
                <a16:creationId xmlns:a16="http://schemas.microsoft.com/office/drawing/2014/main" id="{44FD39B6-27D0-3B90-8626-EA7EE5D18810}"/>
              </a:ext>
            </a:extLst>
          </p:cNvPr>
          <p:cNvCxnSpPr>
            <a:cxnSpLocks/>
          </p:cNvCxnSpPr>
          <p:nvPr/>
        </p:nvCxnSpPr>
        <p:spPr>
          <a:xfrm flipH="1">
            <a:off x="2131863" y="3423478"/>
            <a:ext cx="1383423" cy="9767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diritto 65">
            <a:extLst>
              <a:ext uri="{FF2B5EF4-FFF2-40B4-BE49-F238E27FC236}">
                <a16:creationId xmlns:a16="http://schemas.microsoft.com/office/drawing/2014/main" id="{614FFEFB-F115-8C3D-D81B-2409DD1EDF89}"/>
              </a:ext>
            </a:extLst>
          </p:cNvPr>
          <p:cNvCxnSpPr>
            <a:cxnSpLocks/>
          </p:cNvCxnSpPr>
          <p:nvPr/>
        </p:nvCxnSpPr>
        <p:spPr>
          <a:xfrm>
            <a:off x="2168195" y="1711182"/>
            <a:ext cx="2875" cy="1692067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ttore diritto 78">
            <a:extLst>
              <a:ext uri="{FF2B5EF4-FFF2-40B4-BE49-F238E27FC236}">
                <a16:creationId xmlns:a16="http://schemas.microsoft.com/office/drawing/2014/main" id="{92618CE9-5DE1-1199-93F8-3E035C0B10D3}"/>
              </a:ext>
            </a:extLst>
          </p:cNvPr>
          <p:cNvCxnSpPr>
            <a:cxnSpLocks/>
          </p:cNvCxnSpPr>
          <p:nvPr/>
        </p:nvCxnSpPr>
        <p:spPr>
          <a:xfrm flipV="1">
            <a:off x="742704" y="3430085"/>
            <a:ext cx="2481509" cy="538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diritto 80">
            <a:extLst>
              <a:ext uri="{FF2B5EF4-FFF2-40B4-BE49-F238E27FC236}">
                <a16:creationId xmlns:a16="http://schemas.microsoft.com/office/drawing/2014/main" id="{8812761A-94D1-F364-4700-BE76027105B3}"/>
              </a:ext>
            </a:extLst>
          </p:cNvPr>
          <p:cNvCxnSpPr>
            <a:cxnSpLocks/>
          </p:cNvCxnSpPr>
          <p:nvPr/>
        </p:nvCxnSpPr>
        <p:spPr>
          <a:xfrm flipV="1">
            <a:off x="3215928" y="3448760"/>
            <a:ext cx="7515" cy="108999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diritto 83">
            <a:extLst>
              <a:ext uri="{FF2B5EF4-FFF2-40B4-BE49-F238E27FC236}">
                <a16:creationId xmlns:a16="http://schemas.microsoft.com/office/drawing/2014/main" id="{1A275522-E433-5F45-7DB3-99AF9B152738}"/>
              </a:ext>
            </a:extLst>
          </p:cNvPr>
          <p:cNvCxnSpPr>
            <a:cxnSpLocks/>
          </p:cNvCxnSpPr>
          <p:nvPr/>
        </p:nvCxnSpPr>
        <p:spPr>
          <a:xfrm flipH="1">
            <a:off x="721519" y="4538750"/>
            <a:ext cx="250269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1023989F-33EE-9582-0FC9-DEE84DB68E32}"/>
              </a:ext>
            </a:extLst>
          </p:cNvPr>
          <p:cNvCxnSpPr>
            <a:cxnSpLocks/>
          </p:cNvCxnSpPr>
          <p:nvPr/>
        </p:nvCxnSpPr>
        <p:spPr>
          <a:xfrm flipH="1">
            <a:off x="742704" y="3446312"/>
            <a:ext cx="7620" cy="108561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ttore diritto 139">
            <a:extLst>
              <a:ext uri="{FF2B5EF4-FFF2-40B4-BE49-F238E27FC236}">
                <a16:creationId xmlns:a16="http://schemas.microsoft.com/office/drawing/2014/main" id="{140F12D1-CCD4-5483-135F-425FA440D6EC}"/>
              </a:ext>
            </a:extLst>
          </p:cNvPr>
          <p:cNvCxnSpPr>
            <a:cxnSpLocks/>
          </p:cNvCxnSpPr>
          <p:nvPr/>
        </p:nvCxnSpPr>
        <p:spPr>
          <a:xfrm>
            <a:off x="4288063" y="1578783"/>
            <a:ext cx="3766852" cy="540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ttore diritto 141">
            <a:extLst>
              <a:ext uri="{FF2B5EF4-FFF2-40B4-BE49-F238E27FC236}">
                <a16:creationId xmlns:a16="http://schemas.microsoft.com/office/drawing/2014/main" id="{56E1AAE9-89F1-D1ED-4313-96C28A866ED2}"/>
              </a:ext>
            </a:extLst>
          </p:cNvPr>
          <p:cNvCxnSpPr>
            <a:cxnSpLocks/>
          </p:cNvCxnSpPr>
          <p:nvPr/>
        </p:nvCxnSpPr>
        <p:spPr>
          <a:xfrm flipV="1">
            <a:off x="3308873" y="1564973"/>
            <a:ext cx="0" cy="14908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ttore diritto 146">
            <a:extLst>
              <a:ext uri="{FF2B5EF4-FFF2-40B4-BE49-F238E27FC236}">
                <a16:creationId xmlns:a16="http://schemas.microsoft.com/office/drawing/2014/main" id="{AB5758BB-2A6F-EE29-A038-35EA89BF8E87}"/>
              </a:ext>
            </a:extLst>
          </p:cNvPr>
          <p:cNvCxnSpPr>
            <a:cxnSpLocks/>
          </p:cNvCxnSpPr>
          <p:nvPr/>
        </p:nvCxnSpPr>
        <p:spPr>
          <a:xfrm>
            <a:off x="199259" y="1559707"/>
            <a:ext cx="0" cy="5036562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ttore diritto 151">
            <a:extLst>
              <a:ext uri="{FF2B5EF4-FFF2-40B4-BE49-F238E27FC236}">
                <a16:creationId xmlns:a16="http://schemas.microsoft.com/office/drawing/2014/main" id="{BAB72FB4-119A-BFCD-7BC3-0BD08DE5CE06}"/>
              </a:ext>
            </a:extLst>
          </p:cNvPr>
          <p:cNvCxnSpPr>
            <a:cxnSpLocks/>
          </p:cNvCxnSpPr>
          <p:nvPr/>
        </p:nvCxnSpPr>
        <p:spPr>
          <a:xfrm>
            <a:off x="199259" y="6596269"/>
            <a:ext cx="0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ttore diritto 154">
            <a:extLst>
              <a:ext uri="{FF2B5EF4-FFF2-40B4-BE49-F238E27FC236}">
                <a16:creationId xmlns:a16="http://schemas.microsoft.com/office/drawing/2014/main" id="{08B2966F-6144-8B9A-EF1B-CA81D0C9D4DF}"/>
              </a:ext>
            </a:extLst>
          </p:cNvPr>
          <p:cNvCxnSpPr>
            <a:cxnSpLocks/>
          </p:cNvCxnSpPr>
          <p:nvPr/>
        </p:nvCxnSpPr>
        <p:spPr>
          <a:xfrm flipV="1">
            <a:off x="199259" y="6563520"/>
            <a:ext cx="4328454" cy="32749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ttore diritto 158">
            <a:extLst>
              <a:ext uri="{FF2B5EF4-FFF2-40B4-BE49-F238E27FC236}">
                <a16:creationId xmlns:a16="http://schemas.microsoft.com/office/drawing/2014/main" id="{4DFE7F59-17B5-0C95-489C-519345EBBCE8}"/>
              </a:ext>
            </a:extLst>
          </p:cNvPr>
          <p:cNvCxnSpPr>
            <a:cxnSpLocks/>
          </p:cNvCxnSpPr>
          <p:nvPr/>
        </p:nvCxnSpPr>
        <p:spPr>
          <a:xfrm>
            <a:off x="4527713" y="5979251"/>
            <a:ext cx="0" cy="584268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ttore diritto 162">
            <a:extLst>
              <a:ext uri="{FF2B5EF4-FFF2-40B4-BE49-F238E27FC236}">
                <a16:creationId xmlns:a16="http://schemas.microsoft.com/office/drawing/2014/main" id="{20AD0BC2-B5E9-4006-9EC5-4DECF6541210}"/>
              </a:ext>
            </a:extLst>
          </p:cNvPr>
          <p:cNvCxnSpPr>
            <a:cxnSpLocks/>
          </p:cNvCxnSpPr>
          <p:nvPr/>
        </p:nvCxnSpPr>
        <p:spPr>
          <a:xfrm flipV="1">
            <a:off x="4527713" y="5971515"/>
            <a:ext cx="389023" cy="7736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ttore diritto 166">
            <a:extLst>
              <a:ext uri="{FF2B5EF4-FFF2-40B4-BE49-F238E27FC236}">
                <a16:creationId xmlns:a16="http://schemas.microsoft.com/office/drawing/2014/main" id="{ABB4AD8B-399F-2D39-81BE-C13655CE0041}"/>
              </a:ext>
            </a:extLst>
          </p:cNvPr>
          <p:cNvCxnSpPr>
            <a:cxnSpLocks/>
          </p:cNvCxnSpPr>
          <p:nvPr/>
        </p:nvCxnSpPr>
        <p:spPr>
          <a:xfrm>
            <a:off x="4898680" y="5290437"/>
            <a:ext cx="0" cy="679078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ttore diritto 171">
            <a:extLst>
              <a:ext uri="{FF2B5EF4-FFF2-40B4-BE49-F238E27FC236}">
                <a16:creationId xmlns:a16="http://schemas.microsoft.com/office/drawing/2014/main" id="{BAD4247D-301C-E745-CB3D-7FD6A66A67E4}"/>
              </a:ext>
            </a:extLst>
          </p:cNvPr>
          <p:cNvCxnSpPr>
            <a:cxnSpLocks/>
          </p:cNvCxnSpPr>
          <p:nvPr/>
        </p:nvCxnSpPr>
        <p:spPr>
          <a:xfrm flipH="1">
            <a:off x="2571969" y="5423886"/>
            <a:ext cx="2313892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ttore diritto 179">
            <a:extLst>
              <a:ext uri="{FF2B5EF4-FFF2-40B4-BE49-F238E27FC236}">
                <a16:creationId xmlns:a16="http://schemas.microsoft.com/office/drawing/2014/main" id="{B7F20F4B-EA55-4313-7CE6-CA69E0104FE6}"/>
              </a:ext>
            </a:extLst>
          </p:cNvPr>
          <p:cNvCxnSpPr>
            <a:cxnSpLocks/>
          </p:cNvCxnSpPr>
          <p:nvPr/>
        </p:nvCxnSpPr>
        <p:spPr>
          <a:xfrm flipH="1">
            <a:off x="2563402" y="4545576"/>
            <a:ext cx="14707" cy="91048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ttore diritto 213">
            <a:extLst>
              <a:ext uri="{FF2B5EF4-FFF2-40B4-BE49-F238E27FC236}">
                <a16:creationId xmlns:a16="http://schemas.microsoft.com/office/drawing/2014/main" id="{1FBADDE5-912D-E787-160E-21DD26E67A2F}"/>
              </a:ext>
            </a:extLst>
          </p:cNvPr>
          <p:cNvCxnSpPr>
            <a:cxnSpLocks/>
          </p:cNvCxnSpPr>
          <p:nvPr/>
        </p:nvCxnSpPr>
        <p:spPr>
          <a:xfrm>
            <a:off x="8047904" y="1568292"/>
            <a:ext cx="0" cy="624405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ttore diritto 216">
            <a:extLst>
              <a:ext uri="{FF2B5EF4-FFF2-40B4-BE49-F238E27FC236}">
                <a16:creationId xmlns:a16="http://schemas.microsoft.com/office/drawing/2014/main" id="{FFDE5A67-94A3-AC94-1111-B709114EACEF}"/>
              </a:ext>
            </a:extLst>
          </p:cNvPr>
          <p:cNvCxnSpPr>
            <a:cxnSpLocks/>
          </p:cNvCxnSpPr>
          <p:nvPr/>
        </p:nvCxnSpPr>
        <p:spPr>
          <a:xfrm flipH="1">
            <a:off x="8036135" y="2183506"/>
            <a:ext cx="466265" cy="975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ttore diritto 219">
            <a:extLst>
              <a:ext uri="{FF2B5EF4-FFF2-40B4-BE49-F238E27FC236}">
                <a16:creationId xmlns:a16="http://schemas.microsoft.com/office/drawing/2014/main" id="{EA15AA29-B05A-B871-2B93-6B966E032B36}"/>
              </a:ext>
            </a:extLst>
          </p:cNvPr>
          <p:cNvCxnSpPr>
            <a:cxnSpLocks/>
          </p:cNvCxnSpPr>
          <p:nvPr/>
        </p:nvCxnSpPr>
        <p:spPr>
          <a:xfrm>
            <a:off x="8488870" y="2189287"/>
            <a:ext cx="0" cy="555707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ttore diritto 228">
            <a:extLst>
              <a:ext uri="{FF2B5EF4-FFF2-40B4-BE49-F238E27FC236}">
                <a16:creationId xmlns:a16="http://schemas.microsoft.com/office/drawing/2014/main" id="{E2CB7816-204F-D03D-5894-DC538E69D5AB}"/>
              </a:ext>
            </a:extLst>
          </p:cNvPr>
          <p:cNvCxnSpPr>
            <a:cxnSpLocks/>
          </p:cNvCxnSpPr>
          <p:nvPr/>
        </p:nvCxnSpPr>
        <p:spPr>
          <a:xfrm>
            <a:off x="6339145" y="2730100"/>
            <a:ext cx="2163255" cy="1489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ttore diritto 233">
            <a:extLst>
              <a:ext uri="{FF2B5EF4-FFF2-40B4-BE49-F238E27FC236}">
                <a16:creationId xmlns:a16="http://schemas.microsoft.com/office/drawing/2014/main" id="{F8A2D5B8-0AB0-536A-2902-14248E6C0B77}"/>
              </a:ext>
            </a:extLst>
          </p:cNvPr>
          <p:cNvCxnSpPr>
            <a:cxnSpLocks/>
          </p:cNvCxnSpPr>
          <p:nvPr/>
        </p:nvCxnSpPr>
        <p:spPr>
          <a:xfrm>
            <a:off x="5845731" y="1878707"/>
            <a:ext cx="0" cy="85789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9" name="Gruppo 238">
            <a:extLst>
              <a:ext uri="{FF2B5EF4-FFF2-40B4-BE49-F238E27FC236}">
                <a16:creationId xmlns:a16="http://schemas.microsoft.com/office/drawing/2014/main" id="{4F4E39B5-62D8-DDC0-C018-106EA0EE3A6F}"/>
              </a:ext>
            </a:extLst>
          </p:cNvPr>
          <p:cNvGrpSpPr/>
          <p:nvPr/>
        </p:nvGrpSpPr>
        <p:grpSpPr>
          <a:xfrm>
            <a:off x="5148399" y="2200094"/>
            <a:ext cx="1068267" cy="338554"/>
            <a:chOff x="5148399" y="2200094"/>
            <a:chExt cx="1068267" cy="338554"/>
          </a:xfrm>
        </p:grpSpPr>
        <p:sp>
          <p:nvSpPr>
            <p:cNvPr id="223" name="CasellaDiTesto 222">
              <a:extLst>
                <a:ext uri="{FF2B5EF4-FFF2-40B4-BE49-F238E27FC236}">
                  <a16:creationId xmlns:a16="http://schemas.microsoft.com/office/drawing/2014/main" id="{3F306608-34D0-FF45-C860-BAA9C912AA62}"/>
                </a:ext>
              </a:extLst>
            </p:cNvPr>
            <p:cNvSpPr txBox="1"/>
            <p:nvPr/>
          </p:nvSpPr>
          <p:spPr>
            <a:xfrm>
              <a:off x="5204550" y="2235779"/>
              <a:ext cx="9808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Meteo</a:t>
              </a:r>
              <a:r>
                <a:rPr lang="en-US" sz="1000" dirty="0"/>
                <a:t> in traps</a:t>
              </a:r>
            </a:p>
          </p:txBody>
        </p:sp>
        <p:grpSp>
          <p:nvGrpSpPr>
            <p:cNvPr id="224" name="Gruppo 223">
              <a:extLst>
                <a:ext uri="{FF2B5EF4-FFF2-40B4-BE49-F238E27FC236}">
                  <a16:creationId xmlns:a16="http://schemas.microsoft.com/office/drawing/2014/main" id="{4C28C375-86AB-2428-E17C-63D8E84904EE}"/>
                </a:ext>
              </a:extLst>
            </p:cNvPr>
            <p:cNvGrpSpPr/>
            <p:nvPr/>
          </p:nvGrpSpPr>
          <p:grpSpPr>
            <a:xfrm>
              <a:off x="5148399" y="2200094"/>
              <a:ext cx="1068267" cy="338554"/>
              <a:chOff x="4965030" y="2995794"/>
              <a:chExt cx="1379622" cy="486414"/>
            </a:xfrm>
          </p:grpSpPr>
          <p:sp>
            <p:nvSpPr>
              <p:cNvPr id="225" name="Segno di sottrazione 224">
                <a:extLst>
                  <a:ext uri="{FF2B5EF4-FFF2-40B4-BE49-F238E27FC236}">
                    <a16:creationId xmlns:a16="http://schemas.microsoft.com/office/drawing/2014/main" id="{DC067CA0-504B-FA15-14A7-04752DD2F0A5}"/>
                  </a:ext>
                </a:extLst>
              </p:cNvPr>
              <p:cNvSpPr/>
              <p:nvPr/>
            </p:nvSpPr>
            <p:spPr>
              <a:xfrm>
                <a:off x="4965030" y="2995794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26" name="Segno di sottrazione 225">
                <a:extLst>
                  <a:ext uri="{FF2B5EF4-FFF2-40B4-BE49-F238E27FC236}">
                    <a16:creationId xmlns:a16="http://schemas.microsoft.com/office/drawing/2014/main" id="{813EEA17-36FA-5154-7804-9C4D11D61549}"/>
                  </a:ext>
                </a:extLst>
              </p:cNvPr>
              <p:cNvSpPr/>
              <p:nvPr/>
            </p:nvSpPr>
            <p:spPr>
              <a:xfrm>
                <a:off x="4965030" y="3315953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cxnSp>
        <p:nvCxnSpPr>
          <p:cNvPr id="247" name="Connettore diritto 246">
            <a:extLst>
              <a:ext uri="{FF2B5EF4-FFF2-40B4-BE49-F238E27FC236}">
                <a16:creationId xmlns:a16="http://schemas.microsoft.com/office/drawing/2014/main" id="{091446AC-22D2-14E0-5801-768CA4D0179E}"/>
              </a:ext>
            </a:extLst>
          </p:cNvPr>
          <p:cNvCxnSpPr>
            <a:cxnSpLocks/>
          </p:cNvCxnSpPr>
          <p:nvPr/>
        </p:nvCxnSpPr>
        <p:spPr>
          <a:xfrm>
            <a:off x="4060825" y="1874921"/>
            <a:ext cx="0" cy="1008212"/>
          </a:xfrm>
          <a:prstGeom prst="line">
            <a:avLst/>
          </a:prstGeom>
          <a:ln w="28575">
            <a:solidFill>
              <a:srgbClr val="FFD9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ttore diritto 249">
            <a:extLst>
              <a:ext uri="{FF2B5EF4-FFF2-40B4-BE49-F238E27FC236}">
                <a16:creationId xmlns:a16="http://schemas.microsoft.com/office/drawing/2014/main" id="{73803C45-CD09-8279-5336-0B4A3109B58A}"/>
              </a:ext>
            </a:extLst>
          </p:cNvPr>
          <p:cNvCxnSpPr>
            <a:cxnSpLocks/>
          </p:cNvCxnSpPr>
          <p:nvPr/>
        </p:nvCxnSpPr>
        <p:spPr>
          <a:xfrm>
            <a:off x="3502693" y="2872151"/>
            <a:ext cx="558132" cy="4763"/>
          </a:xfrm>
          <a:prstGeom prst="line">
            <a:avLst/>
          </a:prstGeom>
          <a:ln w="28575">
            <a:solidFill>
              <a:srgbClr val="FFD9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3" name="Gruppo 262">
            <a:extLst>
              <a:ext uri="{FF2B5EF4-FFF2-40B4-BE49-F238E27FC236}">
                <a16:creationId xmlns:a16="http://schemas.microsoft.com/office/drawing/2014/main" id="{69541118-95B6-D617-3BE6-F3896949A34D}"/>
              </a:ext>
            </a:extLst>
          </p:cNvPr>
          <p:cNvGrpSpPr/>
          <p:nvPr/>
        </p:nvGrpSpPr>
        <p:grpSpPr>
          <a:xfrm>
            <a:off x="2415227" y="3116629"/>
            <a:ext cx="1564105" cy="486414"/>
            <a:chOff x="2065977" y="3116629"/>
            <a:chExt cx="1564105" cy="486414"/>
          </a:xfrm>
        </p:grpSpPr>
        <p:sp>
          <p:nvSpPr>
            <p:cNvPr id="87" name="CasellaDiTesto 86">
              <a:extLst>
                <a:ext uri="{FF2B5EF4-FFF2-40B4-BE49-F238E27FC236}">
                  <a16:creationId xmlns:a16="http://schemas.microsoft.com/office/drawing/2014/main" id="{CBB42294-1C28-2879-85F9-387AE2F52516}"/>
                </a:ext>
              </a:extLst>
            </p:cNvPr>
            <p:cNvSpPr txBox="1"/>
            <p:nvPr/>
          </p:nvSpPr>
          <p:spPr>
            <a:xfrm>
              <a:off x="2186291" y="3213316"/>
              <a:ext cx="14437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Environment storage</a:t>
              </a:r>
            </a:p>
          </p:txBody>
        </p:sp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A472567D-61EC-0B68-44D7-E1E26DE69D97}"/>
                </a:ext>
              </a:extLst>
            </p:cNvPr>
            <p:cNvGrpSpPr/>
            <p:nvPr/>
          </p:nvGrpSpPr>
          <p:grpSpPr>
            <a:xfrm>
              <a:off x="2065977" y="3116629"/>
              <a:ext cx="1475872" cy="486414"/>
              <a:chOff x="4965030" y="2995794"/>
              <a:chExt cx="1379622" cy="486414"/>
            </a:xfrm>
          </p:grpSpPr>
          <p:sp>
            <p:nvSpPr>
              <p:cNvPr id="89" name="Segno di sottrazione 88">
                <a:extLst>
                  <a:ext uri="{FF2B5EF4-FFF2-40B4-BE49-F238E27FC236}">
                    <a16:creationId xmlns:a16="http://schemas.microsoft.com/office/drawing/2014/main" id="{FEC646A6-FAAD-43F1-AFA2-A526D59BC946}"/>
                  </a:ext>
                </a:extLst>
              </p:cNvPr>
              <p:cNvSpPr/>
              <p:nvPr/>
            </p:nvSpPr>
            <p:spPr>
              <a:xfrm>
                <a:off x="4965030" y="2995794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90" name="Segno di sottrazione 89">
                <a:extLst>
                  <a:ext uri="{FF2B5EF4-FFF2-40B4-BE49-F238E27FC236}">
                    <a16:creationId xmlns:a16="http://schemas.microsoft.com/office/drawing/2014/main" id="{9A0A52D6-4509-35E5-6C81-F64AF22AC266}"/>
                  </a:ext>
                </a:extLst>
              </p:cNvPr>
              <p:cNvSpPr/>
              <p:nvPr/>
            </p:nvSpPr>
            <p:spPr>
              <a:xfrm>
                <a:off x="4965030" y="3315953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cxnSp>
        <p:nvCxnSpPr>
          <p:cNvPr id="275" name="Connettore diritto 274">
            <a:extLst>
              <a:ext uri="{FF2B5EF4-FFF2-40B4-BE49-F238E27FC236}">
                <a16:creationId xmlns:a16="http://schemas.microsoft.com/office/drawing/2014/main" id="{865C4F44-91B1-B8AD-0107-1B98CEFA0D92}"/>
              </a:ext>
            </a:extLst>
          </p:cNvPr>
          <p:cNvCxnSpPr>
            <a:cxnSpLocks/>
          </p:cNvCxnSpPr>
          <p:nvPr/>
        </p:nvCxnSpPr>
        <p:spPr>
          <a:xfrm flipV="1">
            <a:off x="4885861" y="5290437"/>
            <a:ext cx="928912" cy="8009"/>
          </a:xfrm>
          <a:prstGeom prst="line">
            <a:avLst/>
          </a:prstGeom>
          <a:ln w="28575">
            <a:solidFill>
              <a:srgbClr val="FFD9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onnettore diritto 278">
            <a:extLst>
              <a:ext uri="{FF2B5EF4-FFF2-40B4-BE49-F238E27FC236}">
                <a16:creationId xmlns:a16="http://schemas.microsoft.com/office/drawing/2014/main" id="{223E5938-E698-45F1-ADF2-4B684E102477}"/>
              </a:ext>
            </a:extLst>
          </p:cNvPr>
          <p:cNvCxnSpPr>
            <a:cxnSpLocks/>
          </p:cNvCxnSpPr>
          <p:nvPr/>
        </p:nvCxnSpPr>
        <p:spPr>
          <a:xfrm>
            <a:off x="5814773" y="3847502"/>
            <a:ext cx="0" cy="1459803"/>
          </a:xfrm>
          <a:prstGeom prst="line">
            <a:avLst/>
          </a:prstGeom>
          <a:ln w="28575">
            <a:solidFill>
              <a:srgbClr val="FFD9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Gruppo 175">
            <a:extLst>
              <a:ext uri="{FF2B5EF4-FFF2-40B4-BE49-F238E27FC236}">
                <a16:creationId xmlns:a16="http://schemas.microsoft.com/office/drawing/2014/main" id="{28CFBA54-BDAC-DFEF-5B5C-798389FFB152}"/>
              </a:ext>
            </a:extLst>
          </p:cNvPr>
          <p:cNvGrpSpPr/>
          <p:nvPr/>
        </p:nvGrpSpPr>
        <p:grpSpPr>
          <a:xfrm>
            <a:off x="2039843" y="4782699"/>
            <a:ext cx="1064253" cy="399338"/>
            <a:chOff x="2039843" y="5408337"/>
            <a:chExt cx="1064253" cy="399338"/>
          </a:xfrm>
        </p:grpSpPr>
        <p:sp>
          <p:nvSpPr>
            <p:cNvPr id="300" name="CasellaDiTesto 299">
              <a:extLst>
                <a:ext uri="{FF2B5EF4-FFF2-40B4-BE49-F238E27FC236}">
                  <a16:creationId xmlns:a16="http://schemas.microsoft.com/office/drawing/2014/main" id="{9AEEC9A0-DE72-2C33-F229-55239094C090}"/>
                </a:ext>
              </a:extLst>
            </p:cNvPr>
            <p:cNvSpPr txBox="1"/>
            <p:nvPr/>
          </p:nvSpPr>
          <p:spPr>
            <a:xfrm>
              <a:off x="2114859" y="5467079"/>
              <a:ext cx="9892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Imgs</a:t>
              </a:r>
              <a:r>
                <a:rPr lang="en-US" sz="1000" dirty="0"/>
                <a:t> in traps</a:t>
              </a:r>
            </a:p>
          </p:txBody>
        </p:sp>
        <p:grpSp>
          <p:nvGrpSpPr>
            <p:cNvPr id="301" name="Gruppo 300">
              <a:extLst>
                <a:ext uri="{FF2B5EF4-FFF2-40B4-BE49-F238E27FC236}">
                  <a16:creationId xmlns:a16="http://schemas.microsoft.com/office/drawing/2014/main" id="{9AFA869A-EBBF-2A8B-4C94-68C29EA3157E}"/>
                </a:ext>
              </a:extLst>
            </p:cNvPr>
            <p:cNvGrpSpPr/>
            <p:nvPr/>
          </p:nvGrpSpPr>
          <p:grpSpPr>
            <a:xfrm>
              <a:off x="2039843" y="5408337"/>
              <a:ext cx="1064253" cy="399338"/>
              <a:chOff x="4965030" y="2995794"/>
              <a:chExt cx="1379622" cy="486414"/>
            </a:xfrm>
          </p:grpSpPr>
          <p:sp>
            <p:nvSpPr>
              <p:cNvPr id="302" name="Segno di sottrazione 301">
                <a:extLst>
                  <a:ext uri="{FF2B5EF4-FFF2-40B4-BE49-F238E27FC236}">
                    <a16:creationId xmlns:a16="http://schemas.microsoft.com/office/drawing/2014/main" id="{3F3283B1-9B80-6816-2CF6-149E5D8D4A6E}"/>
                  </a:ext>
                </a:extLst>
              </p:cNvPr>
              <p:cNvSpPr/>
              <p:nvPr/>
            </p:nvSpPr>
            <p:spPr>
              <a:xfrm>
                <a:off x="4965030" y="2995794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303" name="Segno di sottrazione 302">
                <a:extLst>
                  <a:ext uri="{FF2B5EF4-FFF2-40B4-BE49-F238E27FC236}">
                    <a16:creationId xmlns:a16="http://schemas.microsoft.com/office/drawing/2014/main" id="{3D356AD0-4DCA-181E-16E4-2A39259BC0D9}"/>
                  </a:ext>
                </a:extLst>
              </p:cNvPr>
              <p:cNvSpPr/>
              <p:nvPr/>
            </p:nvSpPr>
            <p:spPr>
              <a:xfrm>
                <a:off x="4965030" y="3315953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cxnSp>
        <p:nvCxnSpPr>
          <p:cNvPr id="287" name="Connettore diritto 286">
            <a:extLst>
              <a:ext uri="{FF2B5EF4-FFF2-40B4-BE49-F238E27FC236}">
                <a16:creationId xmlns:a16="http://schemas.microsoft.com/office/drawing/2014/main" id="{125E358B-D7B5-41A7-B36C-17D6200718D3}"/>
              </a:ext>
            </a:extLst>
          </p:cNvPr>
          <p:cNvCxnSpPr>
            <a:cxnSpLocks/>
          </p:cNvCxnSpPr>
          <p:nvPr/>
        </p:nvCxnSpPr>
        <p:spPr>
          <a:xfrm flipV="1">
            <a:off x="5814773" y="3838616"/>
            <a:ext cx="536009" cy="8886"/>
          </a:xfrm>
          <a:prstGeom prst="line">
            <a:avLst/>
          </a:prstGeom>
          <a:ln w="28575">
            <a:solidFill>
              <a:srgbClr val="FFD9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nettore diritto 290">
            <a:extLst>
              <a:ext uri="{FF2B5EF4-FFF2-40B4-BE49-F238E27FC236}">
                <a16:creationId xmlns:a16="http://schemas.microsoft.com/office/drawing/2014/main" id="{82D2C25A-466D-A497-2934-A2E06C08C236}"/>
              </a:ext>
            </a:extLst>
          </p:cNvPr>
          <p:cNvCxnSpPr>
            <a:cxnSpLocks/>
          </p:cNvCxnSpPr>
          <p:nvPr/>
        </p:nvCxnSpPr>
        <p:spPr>
          <a:xfrm>
            <a:off x="6350782" y="2744994"/>
            <a:ext cx="0" cy="1102508"/>
          </a:xfrm>
          <a:prstGeom prst="line">
            <a:avLst/>
          </a:prstGeom>
          <a:ln w="28575">
            <a:solidFill>
              <a:srgbClr val="FFD9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nettore diritto 298">
            <a:extLst>
              <a:ext uri="{FF2B5EF4-FFF2-40B4-BE49-F238E27FC236}">
                <a16:creationId xmlns:a16="http://schemas.microsoft.com/office/drawing/2014/main" id="{BF6DC90E-C3A0-4CA1-4830-9BF32BF50985}"/>
              </a:ext>
            </a:extLst>
          </p:cNvPr>
          <p:cNvCxnSpPr>
            <a:cxnSpLocks/>
          </p:cNvCxnSpPr>
          <p:nvPr/>
        </p:nvCxnSpPr>
        <p:spPr>
          <a:xfrm flipH="1" flipV="1">
            <a:off x="8629526" y="1165293"/>
            <a:ext cx="7937" cy="15865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nettore diritto 306">
            <a:extLst>
              <a:ext uri="{FF2B5EF4-FFF2-40B4-BE49-F238E27FC236}">
                <a16:creationId xmlns:a16="http://schemas.microsoft.com/office/drawing/2014/main" id="{B364C59C-4F39-5F53-C521-51BDBE635039}"/>
              </a:ext>
            </a:extLst>
          </p:cNvPr>
          <p:cNvCxnSpPr>
            <a:cxnSpLocks/>
          </p:cNvCxnSpPr>
          <p:nvPr/>
        </p:nvCxnSpPr>
        <p:spPr>
          <a:xfrm>
            <a:off x="8628226" y="2754010"/>
            <a:ext cx="229813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3" name="Gruppo 282">
            <a:extLst>
              <a:ext uri="{FF2B5EF4-FFF2-40B4-BE49-F238E27FC236}">
                <a16:creationId xmlns:a16="http://schemas.microsoft.com/office/drawing/2014/main" id="{A0641F67-9DC1-06BA-ED4E-EC0A4CDC1954}"/>
              </a:ext>
            </a:extLst>
          </p:cNvPr>
          <p:cNvGrpSpPr/>
          <p:nvPr/>
        </p:nvGrpSpPr>
        <p:grpSpPr>
          <a:xfrm>
            <a:off x="6222268" y="3315879"/>
            <a:ext cx="403066" cy="486414"/>
            <a:chOff x="5669818" y="3315879"/>
            <a:chExt cx="403066" cy="486414"/>
          </a:xfrm>
        </p:grpSpPr>
        <p:grpSp>
          <p:nvGrpSpPr>
            <p:cNvPr id="54" name="Gruppo 53">
              <a:extLst>
                <a:ext uri="{FF2B5EF4-FFF2-40B4-BE49-F238E27FC236}">
                  <a16:creationId xmlns:a16="http://schemas.microsoft.com/office/drawing/2014/main" id="{BB8EBFD6-8375-7389-2EDF-3A9F4954B198}"/>
                </a:ext>
              </a:extLst>
            </p:cNvPr>
            <p:cNvGrpSpPr/>
            <p:nvPr/>
          </p:nvGrpSpPr>
          <p:grpSpPr>
            <a:xfrm>
              <a:off x="5669818" y="3315879"/>
              <a:ext cx="403066" cy="486414"/>
              <a:chOff x="4965030" y="2995794"/>
              <a:chExt cx="1379622" cy="486414"/>
            </a:xfrm>
          </p:grpSpPr>
          <p:sp>
            <p:nvSpPr>
              <p:cNvPr id="55" name="Segno di sottrazione 54">
                <a:extLst>
                  <a:ext uri="{FF2B5EF4-FFF2-40B4-BE49-F238E27FC236}">
                    <a16:creationId xmlns:a16="http://schemas.microsoft.com/office/drawing/2014/main" id="{7E4F9250-C043-15C4-E278-32C959387905}"/>
                  </a:ext>
                </a:extLst>
              </p:cNvPr>
              <p:cNvSpPr/>
              <p:nvPr/>
            </p:nvSpPr>
            <p:spPr>
              <a:xfrm>
                <a:off x="4965030" y="2995794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6" name="Segno di sottrazione 55">
                <a:extLst>
                  <a:ext uri="{FF2B5EF4-FFF2-40B4-BE49-F238E27FC236}">
                    <a16:creationId xmlns:a16="http://schemas.microsoft.com/office/drawing/2014/main" id="{82CB3F38-9670-3F3B-597C-7198E75EFF4F}"/>
                  </a:ext>
                </a:extLst>
              </p:cNvPr>
              <p:cNvSpPr/>
              <p:nvPr/>
            </p:nvSpPr>
            <p:spPr>
              <a:xfrm>
                <a:off x="4965030" y="3315953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53" name="CasellaDiTesto 52">
              <a:extLst>
                <a:ext uri="{FF2B5EF4-FFF2-40B4-BE49-F238E27FC236}">
                  <a16:creationId xmlns:a16="http://schemas.microsoft.com/office/drawing/2014/main" id="{31AEE0FF-71D3-2568-D948-E9EBEBB1897F}"/>
                </a:ext>
              </a:extLst>
            </p:cNvPr>
            <p:cNvSpPr txBox="1"/>
            <p:nvPr/>
          </p:nvSpPr>
          <p:spPr>
            <a:xfrm>
              <a:off x="5687865" y="3427139"/>
              <a:ext cx="3850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DW</a:t>
              </a:r>
            </a:p>
          </p:txBody>
        </p:sp>
      </p:grpSp>
      <p:cxnSp>
        <p:nvCxnSpPr>
          <p:cNvPr id="311" name="Connettore diritto 310">
            <a:extLst>
              <a:ext uri="{FF2B5EF4-FFF2-40B4-BE49-F238E27FC236}">
                <a16:creationId xmlns:a16="http://schemas.microsoft.com/office/drawing/2014/main" id="{68CB26D8-13D2-3C6A-A593-BC74136C9927}"/>
              </a:ext>
            </a:extLst>
          </p:cNvPr>
          <p:cNvCxnSpPr>
            <a:cxnSpLocks/>
          </p:cNvCxnSpPr>
          <p:nvPr/>
        </p:nvCxnSpPr>
        <p:spPr>
          <a:xfrm>
            <a:off x="8628226" y="1174307"/>
            <a:ext cx="1903866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nettore diritto 312">
            <a:extLst>
              <a:ext uri="{FF2B5EF4-FFF2-40B4-BE49-F238E27FC236}">
                <a16:creationId xmlns:a16="http://schemas.microsoft.com/office/drawing/2014/main" id="{F06C9CDC-40B1-52E3-D8B8-C34DD6B7DBB9}"/>
              </a:ext>
            </a:extLst>
          </p:cNvPr>
          <p:cNvCxnSpPr>
            <a:cxnSpLocks/>
          </p:cNvCxnSpPr>
          <p:nvPr/>
        </p:nvCxnSpPr>
        <p:spPr>
          <a:xfrm flipV="1">
            <a:off x="10522752" y="1187965"/>
            <a:ext cx="9340" cy="88037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Connettore diritto 315">
            <a:extLst>
              <a:ext uri="{FF2B5EF4-FFF2-40B4-BE49-F238E27FC236}">
                <a16:creationId xmlns:a16="http://schemas.microsoft.com/office/drawing/2014/main" id="{69CE9781-F1BC-74E1-BC2E-12C843FB5FA0}"/>
              </a:ext>
            </a:extLst>
          </p:cNvPr>
          <p:cNvCxnSpPr>
            <a:cxnSpLocks/>
          </p:cNvCxnSpPr>
          <p:nvPr/>
        </p:nvCxnSpPr>
        <p:spPr>
          <a:xfrm flipH="1">
            <a:off x="8851769" y="2068335"/>
            <a:ext cx="1682068" cy="32708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nettore diritto 322">
            <a:extLst>
              <a:ext uri="{FF2B5EF4-FFF2-40B4-BE49-F238E27FC236}">
                <a16:creationId xmlns:a16="http://schemas.microsoft.com/office/drawing/2014/main" id="{D0375958-6CD8-B860-6EA1-9FDA7F92302D}"/>
              </a:ext>
            </a:extLst>
          </p:cNvPr>
          <p:cNvCxnSpPr>
            <a:cxnSpLocks/>
          </p:cNvCxnSpPr>
          <p:nvPr/>
        </p:nvCxnSpPr>
        <p:spPr>
          <a:xfrm>
            <a:off x="8852728" y="2093619"/>
            <a:ext cx="0" cy="67474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onnettore diritto 327">
            <a:extLst>
              <a:ext uri="{FF2B5EF4-FFF2-40B4-BE49-F238E27FC236}">
                <a16:creationId xmlns:a16="http://schemas.microsoft.com/office/drawing/2014/main" id="{12CDFEFF-FC40-1F8C-5FAD-C4428943C58C}"/>
              </a:ext>
            </a:extLst>
          </p:cNvPr>
          <p:cNvCxnSpPr>
            <a:cxnSpLocks/>
          </p:cNvCxnSpPr>
          <p:nvPr/>
        </p:nvCxnSpPr>
        <p:spPr>
          <a:xfrm>
            <a:off x="8913851" y="2159144"/>
            <a:ext cx="174808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onnettore diritto 330">
            <a:extLst>
              <a:ext uri="{FF2B5EF4-FFF2-40B4-BE49-F238E27FC236}">
                <a16:creationId xmlns:a16="http://schemas.microsoft.com/office/drawing/2014/main" id="{145D583E-ABB9-4893-F44A-534C22AD3703}"/>
              </a:ext>
            </a:extLst>
          </p:cNvPr>
          <p:cNvCxnSpPr>
            <a:cxnSpLocks/>
          </p:cNvCxnSpPr>
          <p:nvPr/>
        </p:nvCxnSpPr>
        <p:spPr>
          <a:xfrm flipV="1">
            <a:off x="10661935" y="2171596"/>
            <a:ext cx="0" cy="100609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nettore diritto 334">
            <a:extLst>
              <a:ext uri="{FF2B5EF4-FFF2-40B4-BE49-F238E27FC236}">
                <a16:creationId xmlns:a16="http://schemas.microsoft.com/office/drawing/2014/main" id="{1A21AA7F-02F1-2E15-E9FB-E06114BD798D}"/>
              </a:ext>
            </a:extLst>
          </p:cNvPr>
          <p:cNvCxnSpPr>
            <a:cxnSpLocks/>
          </p:cNvCxnSpPr>
          <p:nvPr/>
        </p:nvCxnSpPr>
        <p:spPr>
          <a:xfrm flipH="1">
            <a:off x="8913851" y="3177691"/>
            <a:ext cx="1748084" cy="251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nettore diritto 336">
            <a:extLst>
              <a:ext uri="{FF2B5EF4-FFF2-40B4-BE49-F238E27FC236}">
                <a16:creationId xmlns:a16="http://schemas.microsoft.com/office/drawing/2014/main" id="{F4201D9D-9C1B-B4A4-25A7-39A7E5BE8517}"/>
              </a:ext>
            </a:extLst>
          </p:cNvPr>
          <p:cNvCxnSpPr>
            <a:cxnSpLocks/>
          </p:cNvCxnSpPr>
          <p:nvPr/>
        </p:nvCxnSpPr>
        <p:spPr>
          <a:xfrm>
            <a:off x="8924777" y="2158604"/>
            <a:ext cx="3524" cy="1012737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Gruppo 227">
            <a:extLst>
              <a:ext uri="{FF2B5EF4-FFF2-40B4-BE49-F238E27FC236}">
                <a16:creationId xmlns:a16="http://schemas.microsoft.com/office/drawing/2014/main" id="{F234A007-9E6D-6BB8-A2E6-D1F1FF947CEF}"/>
              </a:ext>
            </a:extLst>
          </p:cNvPr>
          <p:cNvGrpSpPr/>
          <p:nvPr/>
        </p:nvGrpSpPr>
        <p:grpSpPr>
          <a:xfrm>
            <a:off x="8151211" y="2169453"/>
            <a:ext cx="1066813" cy="404154"/>
            <a:chOff x="8151211" y="2169453"/>
            <a:chExt cx="1066813" cy="404154"/>
          </a:xfrm>
        </p:grpSpPr>
        <p:grpSp>
          <p:nvGrpSpPr>
            <p:cNvPr id="101" name="Gruppo 100">
              <a:extLst>
                <a:ext uri="{FF2B5EF4-FFF2-40B4-BE49-F238E27FC236}">
                  <a16:creationId xmlns:a16="http://schemas.microsoft.com/office/drawing/2014/main" id="{C71391C1-F535-E5BA-34C2-7946365935A8}"/>
                </a:ext>
              </a:extLst>
            </p:cNvPr>
            <p:cNvGrpSpPr/>
            <p:nvPr/>
          </p:nvGrpSpPr>
          <p:grpSpPr>
            <a:xfrm>
              <a:off x="8151211" y="2169453"/>
              <a:ext cx="1066813" cy="404154"/>
              <a:chOff x="4965030" y="2995794"/>
              <a:chExt cx="1379622" cy="486414"/>
            </a:xfrm>
          </p:grpSpPr>
          <p:sp>
            <p:nvSpPr>
              <p:cNvPr id="102" name="Segno di sottrazione 101">
                <a:extLst>
                  <a:ext uri="{FF2B5EF4-FFF2-40B4-BE49-F238E27FC236}">
                    <a16:creationId xmlns:a16="http://schemas.microsoft.com/office/drawing/2014/main" id="{84781162-45BC-9F9C-55C0-501AA33B086F}"/>
                  </a:ext>
                </a:extLst>
              </p:cNvPr>
              <p:cNvSpPr/>
              <p:nvPr/>
            </p:nvSpPr>
            <p:spPr>
              <a:xfrm>
                <a:off x="4965030" y="2995794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9" name="Segno di sottrazione 118">
                <a:extLst>
                  <a:ext uri="{FF2B5EF4-FFF2-40B4-BE49-F238E27FC236}">
                    <a16:creationId xmlns:a16="http://schemas.microsoft.com/office/drawing/2014/main" id="{C1B4EF88-BC1F-46A8-7F86-C8BB976A04A5}"/>
                  </a:ext>
                </a:extLst>
              </p:cNvPr>
              <p:cNvSpPr/>
              <p:nvPr/>
            </p:nvSpPr>
            <p:spPr>
              <a:xfrm>
                <a:off x="4965030" y="3315953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100" name="CasellaDiTesto 99">
              <a:extLst>
                <a:ext uri="{FF2B5EF4-FFF2-40B4-BE49-F238E27FC236}">
                  <a16:creationId xmlns:a16="http://schemas.microsoft.com/office/drawing/2014/main" id="{084FB9C8-1820-39E3-8C89-DDE608C60487}"/>
                </a:ext>
              </a:extLst>
            </p:cNvPr>
            <p:cNvSpPr txBox="1"/>
            <p:nvPr/>
          </p:nvSpPr>
          <p:spPr>
            <a:xfrm>
              <a:off x="8187329" y="2230533"/>
              <a:ext cx="9464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Meteo</a:t>
              </a:r>
              <a:r>
                <a:rPr lang="en-US" sz="1000" dirty="0"/>
                <a:t> storage</a:t>
              </a:r>
            </a:p>
          </p:txBody>
        </p:sp>
      </p:grpSp>
      <p:cxnSp>
        <p:nvCxnSpPr>
          <p:cNvPr id="348" name="Connettore diritto 347">
            <a:extLst>
              <a:ext uri="{FF2B5EF4-FFF2-40B4-BE49-F238E27FC236}">
                <a16:creationId xmlns:a16="http://schemas.microsoft.com/office/drawing/2014/main" id="{8D6420FA-1115-D3B6-E59E-4B8596F472AF}"/>
              </a:ext>
            </a:extLst>
          </p:cNvPr>
          <p:cNvCxnSpPr>
            <a:cxnSpLocks/>
          </p:cNvCxnSpPr>
          <p:nvPr/>
        </p:nvCxnSpPr>
        <p:spPr>
          <a:xfrm>
            <a:off x="4604976" y="6751371"/>
            <a:ext cx="294644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nettore diritto 350">
            <a:extLst>
              <a:ext uri="{FF2B5EF4-FFF2-40B4-BE49-F238E27FC236}">
                <a16:creationId xmlns:a16="http://schemas.microsoft.com/office/drawing/2014/main" id="{44677863-361E-073B-120E-F1E641F5DAF2}"/>
              </a:ext>
            </a:extLst>
          </p:cNvPr>
          <p:cNvCxnSpPr>
            <a:cxnSpLocks/>
          </p:cNvCxnSpPr>
          <p:nvPr/>
        </p:nvCxnSpPr>
        <p:spPr>
          <a:xfrm>
            <a:off x="7551420" y="6028360"/>
            <a:ext cx="0" cy="723011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nettore diritto 354">
            <a:extLst>
              <a:ext uri="{FF2B5EF4-FFF2-40B4-BE49-F238E27FC236}">
                <a16:creationId xmlns:a16="http://schemas.microsoft.com/office/drawing/2014/main" id="{6B58DBB7-80E8-F48E-88FE-F0FBA01C6010}"/>
              </a:ext>
            </a:extLst>
          </p:cNvPr>
          <p:cNvCxnSpPr>
            <a:cxnSpLocks/>
          </p:cNvCxnSpPr>
          <p:nvPr/>
        </p:nvCxnSpPr>
        <p:spPr>
          <a:xfrm>
            <a:off x="4612422" y="6043651"/>
            <a:ext cx="294644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nettore diritto 355">
            <a:extLst>
              <a:ext uri="{FF2B5EF4-FFF2-40B4-BE49-F238E27FC236}">
                <a16:creationId xmlns:a16="http://schemas.microsoft.com/office/drawing/2014/main" id="{89786875-8E56-E87E-BBA4-99C4D48669E5}"/>
              </a:ext>
            </a:extLst>
          </p:cNvPr>
          <p:cNvCxnSpPr>
            <a:cxnSpLocks/>
          </p:cNvCxnSpPr>
          <p:nvPr/>
        </p:nvCxnSpPr>
        <p:spPr>
          <a:xfrm>
            <a:off x="4592997" y="6028360"/>
            <a:ext cx="0" cy="723011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onnettore diritto 358">
            <a:extLst>
              <a:ext uri="{FF2B5EF4-FFF2-40B4-BE49-F238E27FC236}">
                <a16:creationId xmlns:a16="http://schemas.microsoft.com/office/drawing/2014/main" id="{F6FC698F-E1C9-DAB0-DCC1-B89EFEF710E9}"/>
              </a:ext>
            </a:extLst>
          </p:cNvPr>
          <p:cNvCxnSpPr>
            <a:cxnSpLocks/>
          </p:cNvCxnSpPr>
          <p:nvPr/>
        </p:nvCxnSpPr>
        <p:spPr>
          <a:xfrm flipH="1" flipV="1">
            <a:off x="8105054" y="6005524"/>
            <a:ext cx="2892262" cy="956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Connettore diritto 360">
            <a:extLst>
              <a:ext uri="{FF2B5EF4-FFF2-40B4-BE49-F238E27FC236}">
                <a16:creationId xmlns:a16="http://schemas.microsoft.com/office/drawing/2014/main" id="{3B7F455A-62A2-B5B6-73F2-DE29B7075743}"/>
              </a:ext>
            </a:extLst>
          </p:cNvPr>
          <p:cNvCxnSpPr>
            <a:cxnSpLocks/>
          </p:cNvCxnSpPr>
          <p:nvPr/>
        </p:nvCxnSpPr>
        <p:spPr>
          <a:xfrm flipH="1">
            <a:off x="7677150" y="6701256"/>
            <a:ext cx="332016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nettore diritto 361">
            <a:extLst>
              <a:ext uri="{FF2B5EF4-FFF2-40B4-BE49-F238E27FC236}">
                <a16:creationId xmlns:a16="http://schemas.microsoft.com/office/drawing/2014/main" id="{4B1FC2D5-E6B6-DD07-82E1-573528456F91}"/>
              </a:ext>
            </a:extLst>
          </p:cNvPr>
          <p:cNvCxnSpPr>
            <a:cxnSpLocks/>
          </p:cNvCxnSpPr>
          <p:nvPr/>
        </p:nvCxnSpPr>
        <p:spPr>
          <a:xfrm flipV="1">
            <a:off x="10997316" y="6016312"/>
            <a:ext cx="0" cy="68370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Connettore diritto 364">
            <a:extLst>
              <a:ext uri="{FF2B5EF4-FFF2-40B4-BE49-F238E27FC236}">
                <a16:creationId xmlns:a16="http://schemas.microsoft.com/office/drawing/2014/main" id="{BCFDB21F-F981-607C-8854-CB682A5A2EC4}"/>
              </a:ext>
            </a:extLst>
          </p:cNvPr>
          <p:cNvCxnSpPr>
            <a:cxnSpLocks/>
          </p:cNvCxnSpPr>
          <p:nvPr/>
        </p:nvCxnSpPr>
        <p:spPr>
          <a:xfrm flipV="1">
            <a:off x="7908204" y="5999174"/>
            <a:ext cx="0" cy="683703"/>
          </a:xfrm>
          <a:prstGeom prst="line">
            <a:avLst/>
          </a:prstGeom>
          <a:ln w="285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onnettore diritto 365">
            <a:extLst>
              <a:ext uri="{FF2B5EF4-FFF2-40B4-BE49-F238E27FC236}">
                <a16:creationId xmlns:a16="http://schemas.microsoft.com/office/drawing/2014/main" id="{96FAD6AB-D624-F7F5-B225-9C5068EF3076}"/>
              </a:ext>
            </a:extLst>
          </p:cNvPr>
          <p:cNvCxnSpPr>
            <a:cxnSpLocks/>
          </p:cNvCxnSpPr>
          <p:nvPr/>
        </p:nvCxnSpPr>
        <p:spPr>
          <a:xfrm flipV="1">
            <a:off x="8092354" y="5331385"/>
            <a:ext cx="0" cy="68370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Connettore diritto 366">
            <a:extLst>
              <a:ext uri="{FF2B5EF4-FFF2-40B4-BE49-F238E27FC236}">
                <a16:creationId xmlns:a16="http://schemas.microsoft.com/office/drawing/2014/main" id="{99D2A4BA-E5B7-05BC-8A1A-7EE533605B0B}"/>
              </a:ext>
            </a:extLst>
          </p:cNvPr>
          <p:cNvCxnSpPr>
            <a:cxnSpLocks/>
          </p:cNvCxnSpPr>
          <p:nvPr/>
        </p:nvCxnSpPr>
        <p:spPr>
          <a:xfrm flipH="1">
            <a:off x="5162876" y="5346413"/>
            <a:ext cx="292947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Connettore diritto 367">
            <a:extLst>
              <a:ext uri="{FF2B5EF4-FFF2-40B4-BE49-F238E27FC236}">
                <a16:creationId xmlns:a16="http://schemas.microsoft.com/office/drawing/2014/main" id="{1DC3B064-9067-A4B8-1D73-6D8DE9EF2987}"/>
              </a:ext>
            </a:extLst>
          </p:cNvPr>
          <p:cNvCxnSpPr>
            <a:cxnSpLocks/>
          </p:cNvCxnSpPr>
          <p:nvPr/>
        </p:nvCxnSpPr>
        <p:spPr>
          <a:xfrm flipV="1">
            <a:off x="5184616" y="5331384"/>
            <a:ext cx="0" cy="68370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uppo 169">
            <a:extLst>
              <a:ext uri="{FF2B5EF4-FFF2-40B4-BE49-F238E27FC236}">
                <a16:creationId xmlns:a16="http://schemas.microsoft.com/office/drawing/2014/main" id="{924C5ED5-0EB2-D289-FDAC-638A8AFDAA57}"/>
              </a:ext>
            </a:extLst>
          </p:cNvPr>
          <p:cNvGrpSpPr/>
          <p:nvPr/>
        </p:nvGrpSpPr>
        <p:grpSpPr>
          <a:xfrm>
            <a:off x="4527713" y="5477030"/>
            <a:ext cx="1047251" cy="456583"/>
            <a:chOff x="4527713" y="5477030"/>
            <a:chExt cx="1047251" cy="456583"/>
          </a:xfrm>
        </p:grpSpPr>
        <p:grpSp>
          <p:nvGrpSpPr>
            <p:cNvPr id="76" name="Gruppo 75">
              <a:extLst>
                <a:ext uri="{FF2B5EF4-FFF2-40B4-BE49-F238E27FC236}">
                  <a16:creationId xmlns:a16="http://schemas.microsoft.com/office/drawing/2014/main" id="{FB6C28DC-BFA1-1F34-E400-34B41B639BC5}"/>
                </a:ext>
              </a:extLst>
            </p:cNvPr>
            <p:cNvGrpSpPr/>
            <p:nvPr/>
          </p:nvGrpSpPr>
          <p:grpSpPr>
            <a:xfrm>
              <a:off x="4527713" y="5477030"/>
              <a:ext cx="1047251" cy="456583"/>
              <a:chOff x="4965030" y="2995794"/>
              <a:chExt cx="1379622" cy="486414"/>
            </a:xfrm>
          </p:grpSpPr>
          <p:sp>
            <p:nvSpPr>
              <p:cNvPr id="77" name="Segno di sottrazione 76">
                <a:extLst>
                  <a:ext uri="{FF2B5EF4-FFF2-40B4-BE49-F238E27FC236}">
                    <a16:creationId xmlns:a16="http://schemas.microsoft.com/office/drawing/2014/main" id="{C4B57133-8AFB-E19E-80B5-F1B5E9E3087A}"/>
                  </a:ext>
                </a:extLst>
              </p:cNvPr>
              <p:cNvSpPr/>
              <p:nvPr/>
            </p:nvSpPr>
            <p:spPr>
              <a:xfrm>
                <a:off x="4965030" y="2995794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78" name="Segno di sottrazione 77">
                <a:extLst>
                  <a:ext uri="{FF2B5EF4-FFF2-40B4-BE49-F238E27FC236}">
                    <a16:creationId xmlns:a16="http://schemas.microsoft.com/office/drawing/2014/main" id="{C12BD7EA-08C4-2EA9-86A2-E9B6E4FCFA12}"/>
                  </a:ext>
                </a:extLst>
              </p:cNvPr>
              <p:cNvSpPr/>
              <p:nvPr/>
            </p:nvSpPr>
            <p:spPr>
              <a:xfrm>
                <a:off x="4965030" y="3315953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75" name="CasellaDiTesto 74">
              <a:extLst>
                <a:ext uri="{FF2B5EF4-FFF2-40B4-BE49-F238E27FC236}">
                  <a16:creationId xmlns:a16="http://schemas.microsoft.com/office/drawing/2014/main" id="{6BA1E9A9-1689-A6BB-AF22-2594C42925B5}"/>
                </a:ext>
              </a:extLst>
            </p:cNvPr>
            <p:cNvSpPr txBox="1"/>
            <p:nvPr/>
          </p:nvSpPr>
          <p:spPr>
            <a:xfrm>
              <a:off x="4555781" y="5553637"/>
              <a:ext cx="10191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Indexed storage</a:t>
              </a:r>
            </a:p>
          </p:txBody>
        </p:sp>
      </p:grpSp>
      <p:cxnSp>
        <p:nvCxnSpPr>
          <p:cNvPr id="369" name="Connettore diritto 368">
            <a:extLst>
              <a:ext uri="{FF2B5EF4-FFF2-40B4-BE49-F238E27FC236}">
                <a16:creationId xmlns:a16="http://schemas.microsoft.com/office/drawing/2014/main" id="{FD4124AA-EDBF-D683-2337-B76EDBE32A4B}"/>
              </a:ext>
            </a:extLst>
          </p:cNvPr>
          <p:cNvCxnSpPr>
            <a:cxnSpLocks/>
          </p:cNvCxnSpPr>
          <p:nvPr/>
        </p:nvCxnSpPr>
        <p:spPr>
          <a:xfrm flipH="1">
            <a:off x="5172897" y="5991664"/>
            <a:ext cx="2504253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ttore diritto 370">
            <a:extLst>
              <a:ext uri="{FF2B5EF4-FFF2-40B4-BE49-F238E27FC236}">
                <a16:creationId xmlns:a16="http://schemas.microsoft.com/office/drawing/2014/main" id="{23A76282-6E7A-F820-C5AB-70CEE2BFD001}"/>
              </a:ext>
            </a:extLst>
          </p:cNvPr>
          <p:cNvCxnSpPr>
            <a:cxnSpLocks/>
          </p:cNvCxnSpPr>
          <p:nvPr/>
        </p:nvCxnSpPr>
        <p:spPr>
          <a:xfrm flipV="1">
            <a:off x="7677150" y="5979251"/>
            <a:ext cx="0" cy="72076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7" name="Gruppo 356">
            <a:extLst>
              <a:ext uri="{FF2B5EF4-FFF2-40B4-BE49-F238E27FC236}">
                <a16:creationId xmlns:a16="http://schemas.microsoft.com/office/drawing/2014/main" id="{C5E5C6F2-08BB-D4CE-E419-92767A379A70}"/>
              </a:ext>
            </a:extLst>
          </p:cNvPr>
          <p:cNvGrpSpPr/>
          <p:nvPr/>
        </p:nvGrpSpPr>
        <p:grpSpPr>
          <a:xfrm>
            <a:off x="7259502" y="6184967"/>
            <a:ext cx="1047251" cy="456583"/>
            <a:chOff x="7259502" y="6184967"/>
            <a:chExt cx="1047251" cy="456583"/>
          </a:xfrm>
        </p:grpSpPr>
        <p:sp>
          <p:nvSpPr>
            <p:cNvPr id="107" name="CasellaDiTesto 106">
              <a:extLst>
                <a:ext uri="{FF2B5EF4-FFF2-40B4-BE49-F238E27FC236}">
                  <a16:creationId xmlns:a16="http://schemas.microsoft.com/office/drawing/2014/main" id="{F34EA947-0AF3-D908-835C-8B45FE633AAA}"/>
                </a:ext>
              </a:extLst>
            </p:cNvPr>
            <p:cNvSpPr txBox="1"/>
            <p:nvPr/>
          </p:nvSpPr>
          <p:spPr>
            <a:xfrm>
              <a:off x="7287570" y="6261574"/>
              <a:ext cx="9790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Images storage</a:t>
              </a:r>
            </a:p>
          </p:txBody>
        </p:sp>
        <p:grpSp>
          <p:nvGrpSpPr>
            <p:cNvPr id="108" name="Gruppo 107">
              <a:extLst>
                <a:ext uri="{FF2B5EF4-FFF2-40B4-BE49-F238E27FC236}">
                  <a16:creationId xmlns:a16="http://schemas.microsoft.com/office/drawing/2014/main" id="{5F941353-108A-623F-DBC1-2AD80BF40DCD}"/>
                </a:ext>
              </a:extLst>
            </p:cNvPr>
            <p:cNvGrpSpPr/>
            <p:nvPr/>
          </p:nvGrpSpPr>
          <p:grpSpPr>
            <a:xfrm>
              <a:off x="7259502" y="6184967"/>
              <a:ext cx="1047251" cy="456583"/>
              <a:chOff x="4965030" y="2995794"/>
              <a:chExt cx="1379622" cy="486414"/>
            </a:xfrm>
          </p:grpSpPr>
          <p:sp>
            <p:nvSpPr>
              <p:cNvPr id="109" name="Segno di sottrazione 108">
                <a:extLst>
                  <a:ext uri="{FF2B5EF4-FFF2-40B4-BE49-F238E27FC236}">
                    <a16:creationId xmlns:a16="http://schemas.microsoft.com/office/drawing/2014/main" id="{1B9FD64B-AACC-2E47-975E-F55A448E74B7}"/>
                  </a:ext>
                </a:extLst>
              </p:cNvPr>
              <p:cNvSpPr/>
              <p:nvPr/>
            </p:nvSpPr>
            <p:spPr>
              <a:xfrm>
                <a:off x="4965030" y="2995794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10" name="Segno di sottrazione 109">
                <a:extLst>
                  <a:ext uri="{FF2B5EF4-FFF2-40B4-BE49-F238E27FC236}">
                    <a16:creationId xmlns:a16="http://schemas.microsoft.com/office/drawing/2014/main" id="{9311ABE1-FCF5-11C4-ED17-27C3DFE82644}"/>
                  </a:ext>
                </a:extLst>
              </p:cNvPr>
              <p:cNvSpPr/>
              <p:nvPr/>
            </p:nvSpPr>
            <p:spPr>
              <a:xfrm>
                <a:off x="4965030" y="3315953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cxnSp>
        <p:nvCxnSpPr>
          <p:cNvPr id="395" name="Connettore diritto 394">
            <a:extLst>
              <a:ext uri="{FF2B5EF4-FFF2-40B4-BE49-F238E27FC236}">
                <a16:creationId xmlns:a16="http://schemas.microsoft.com/office/drawing/2014/main" id="{146D324D-9190-402F-AB0F-FA27F463BB5D}"/>
              </a:ext>
            </a:extLst>
          </p:cNvPr>
          <p:cNvCxnSpPr>
            <a:cxnSpLocks/>
          </p:cNvCxnSpPr>
          <p:nvPr/>
        </p:nvCxnSpPr>
        <p:spPr>
          <a:xfrm flipH="1" flipV="1">
            <a:off x="5832202" y="2736601"/>
            <a:ext cx="543628" cy="58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onnettore diritto 399">
            <a:extLst>
              <a:ext uri="{FF2B5EF4-FFF2-40B4-BE49-F238E27FC236}">
                <a16:creationId xmlns:a16="http://schemas.microsoft.com/office/drawing/2014/main" id="{0112FC9C-9E1C-0F5B-23E4-1B1D5C65B655}"/>
              </a:ext>
            </a:extLst>
          </p:cNvPr>
          <p:cNvCxnSpPr>
            <a:cxnSpLocks/>
          </p:cNvCxnSpPr>
          <p:nvPr/>
        </p:nvCxnSpPr>
        <p:spPr>
          <a:xfrm>
            <a:off x="3502693" y="2855643"/>
            <a:ext cx="0" cy="553655"/>
          </a:xfrm>
          <a:prstGeom prst="line">
            <a:avLst/>
          </a:prstGeom>
          <a:ln w="28575">
            <a:solidFill>
              <a:srgbClr val="FFD9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Connettore diritto 410">
            <a:extLst>
              <a:ext uri="{FF2B5EF4-FFF2-40B4-BE49-F238E27FC236}">
                <a16:creationId xmlns:a16="http://schemas.microsoft.com/office/drawing/2014/main" id="{331C3266-51DD-0D68-C1DC-8960748A7482}"/>
              </a:ext>
            </a:extLst>
          </p:cNvPr>
          <p:cNvCxnSpPr>
            <a:cxnSpLocks/>
          </p:cNvCxnSpPr>
          <p:nvPr/>
        </p:nvCxnSpPr>
        <p:spPr>
          <a:xfrm>
            <a:off x="3541790" y="1602286"/>
            <a:ext cx="9298" cy="261823"/>
          </a:xfrm>
          <a:prstGeom prst="line">
            <a:avLst/>
          </a:prstGeom>
          <a:ln w="28575">
            <a:solidFill>
              <a:srgbClr val="FFD9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Connettore diritto 415">
            <a:extLst>
              <a:ext uri="{FF2B5EF4-FFF2-40B4-BE49-F238E27FC236}">
                <a16:creationId xmlns:a16="http://schemas.microsoft.com/office/drawing/2014/main" id="{3D000875-CD09-1706-13FF-26F7A9F84316}"/>
              </a:ext>
            </a:extLst>
          </p:cNvPr>
          <p:cNvCxnSpPr>
            <a:cxnSpLocks/>
          </p:cNvCxnSpPr>
          <p:nvPr/>
        </p:nvCxnSpPr>
        <p:spPr>
          <a:xfrm>
            <a:off x="4298279" y="1859516"/>
            <a:ext cx="1552780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Connettore diritto 425">
            <a:extLst>
              <a:ext uri="{FF2B5EF4-FFF2-40B4-BE49-F238E27FC236}">
                <a16:creationId xmlns:a16="http://schemas.microsoft.com/office/drawing/2014/main" id="{17521F5F-9BBF-9EBF-1A88-CDC12D340352}"/>
              </a:ext>
            </a:extLst>
          </p:cNvPr>
          <p:cNvCxnSpPr>
            <a:cxnSpLocks/>
          </p:cNvCxnSpPr>
          <p:nvPr/>
        </p:nvCxnSpPr>
        <p:spPr>
          <a:xfrm>
            <a:off x="3858352" y="1195219"/>
            <a:ext cx="0" cy="383294"/>
          </a:xfrm>
          <a:prstGeom prst="line">
            <a:avLst/>
          </a:prstGeom>
          <a:ln w="28575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ttore diritto 427">
            <a:extLst>
              <a:ext uri="{FF2B5EF4-FFF2-40B4-BE49-F238E27FC236}">
                <a16:creationId xmlns:a16="http://schemas.microsoft.com/office/drawing/2014/main" id="{3CEE14D5-E73E-1CE4-6FEF-DC5BD54714B3}"/>
              </a:ext>
            </a:extLst>
          </p:cNvPr>
          <p:cNvCxnSpPr>
            <a:cxnSpLocks/>
          </p:cNvCxnSpPr>
          <p:nvPr/>
        </p:nvCxnSpPr>
        <p:spPr>
          <a:xfrm>
            <a:off x="4288063" y="1195219"/>
            <a:ext cx="0" cy="405654"/>
          </a:xfrm>
          <a:prstGeom prst="line">
            <a:avLst/>
          </a:prstGeom>
          <a:ln w="28575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9" name="Gruppo 428">
            <a:extLst>
              <a:ext uri="{FF2B5EF4-FFF2-40B4-BE49-F238E27FC236}">
                <a16:creationId xmlns:a16="http://schemas.microsoft.com/office/drawing/2014/main" id="{D73658E4-AE0E-5380-8E85-3CB4CF97263D}"/>
              </a:ext>
            </a:extLst>
          </p:cNvPr>
          <p:cNvGrpSpPr/>
          <p:nvPr/>
        </p:nvGrpSpPr>
        <p:grpSpPr>
          <a:xfrm>
            <a:off x="3689098" y="1093121"/>
            <a:ext cx="1082844" cy="404154"/>
            <a:chOff x="3689098" y="1093121"/>
            <a:chExt cx="1082844" cy="404154"/>
          </a:xfrm>
        </p:grpSpPr>
        <p:grpSp>
          <p:nvGrpSpPr>
            <p:cNvPr id="49" name="Gruppo 48">
              <a:extLst>
                <a:ext uri="{FF2B5EF4-FFF2-40B4-BE49-F238E27FC236}">
                  <a16:creationId xmlns:a16="http://schemas.microsoft.com/office/drawing/2014/main" id="{DFA57AF3-49FC-8D06-A319-B13C7C159C2F}"/>
                </a:ext>
              </a:extLst>
            </p:cNvPr>
            <p:cNvGrpSpPr/>
            <p:nvPr/>
          </p:nvGrpSpPr>
          <p:grpSpPr>
            <a:xfrm>
              <a:off x="3689098" y="1093121"/>
              <a:ext cx="1066813" cy="404154"/>
              <a:chOff x="4965030" y="2995794"/>
              <a:chExt cx="1379622" cy="486414"/>
            </a:xfrm>
          </p:grpSpPr>
          <p:sp>
            <p:nvSpPr>
              <p:cNvPr id="50" name="Segno di sottrazione 49">
                <a:extLst>
                  <a:ext uri="{FF2B5EF4-FFF2-40B4-BE49-F238E27FC236}">
                    <a16:creationId xmlns:a16="http://schemas.microsoft.com/office/drawing/2014/main" id="{F624870D-4A71-1917-53D6-2BEAB65FC54E}"/>
                  </a:ext>
                </a:extLst>
              </p:cNvPr>
              <p:cNvSpPr/>
              <p:nvPr/>
            </p:nvSpPr>
            <p:spPr>
              <a:xfrm>
                <a:off x="4965030" y="2995794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1" name="Segno di sottrazione 50">
                <a:extLst>
                  <a:ext uri="{FF2B5EF4-FFF2-40B4-BE49-F238E27FC236}">
                    <a16:creationId xmlns:a16="http://schemas.microsoft.com/office/drawing/2014/main" id="{29E3C796-16D6-C20D-F62D-51C70C070072}"/>
                  </a:ext>
                </a:extLst>
              </p:cNvPr>
              <p:cNvSpPr/>
              <p:nvPr/>
            </p:nvSpPr>
            <p:spPr>
              <a:xfrm>
                <a:off x="4965030" y="3315953"/>
                <a:ext cx="1379622" cy="166255"/>
              </a:xfrm>
              <a:prstGeom prst="mathMinu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48" name="CasellaDiTesto 47">
              <a:extLst>
                <a:ext uri="{FF2B5EF4-FFF2-40B4-BE49-F238E27FC236}">
                  <a16:creationId xmlns:a16="http://schemas.microsoft.com/office/drawing/2014/main" id="{D18DC195-51B7-601B-5497-C27B8F40979F}"/>
                </a:ext>
              </a:extLst>
            </p:cNvPr>
            <p:cNvSpPr txBox="1"/>
            <p:nvPr/>
          </p:nvSpPr>
          <p:spPr>
            <a:xfrm>
              <a:off x="3777331" y="1154201"/>
              <a:ext cx="9946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Temp storage</a:t>
              </a:r>
            </a:p>
          </p:txBody>
        </p:sp>
      </p:grpSp>
      <p:cxnSp>
        <p:nvCxnSpPr>
          <p:cNvPr id="431" name="Connettore diritto 430">
            <a:extLst>
              <a:ext uri="{FF2B5EF4-FFF2-40B4-BE49-F238E27FC236}">
                <a16:creationId xmlns:a16="http://schemas.microsoft.com/office/drawing/2014/main" id="{551766A5-B58A-C577-65F9-FDFFD6485D8D}"/>
              </a:ext>
            </a:extLst>
          </p:cNvPr>
          <p:cNvCxnSpPr>
            <a:cxnSpLocks/>
          </p:cNvCxnSpPr>
          <p:nvPr/>
        </p:nvCxnSpPr>
        <p:spPr>
          <a:xfrm>
            <a:off x="199259" y="1577447"/>
            <a:ext cx="3670862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73CDA141-3FCF-1CF3-D101-888F73561624}"/>
              </a:ext>
            </a:extLst>
          </p:cNvPr>
          <p:cNvSpPr txBox="1"/>
          <p:nvPr/>
        </p:nvSpPr>
        <p:spPr>
          <a:xfrm>
            <a:off x="2966684" y="1497047"/>
            <a:ext cx="835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Trap storage</a:t>
            </a:r>
          </a:p>
        </p:txBody>
      </p:sp>
      <p:cxnSp>
        <p:nvCxnSpPr>
          <p:cNvPr id="438" name="Connettore diritto 437">
            <a:extLst>
              <a:ext uri="{FF2B5EF4-FFF2-40B4-BE49-F238E27FC236}">
                <a16:creationId xmlns:a16="http://schemas.microsoft.com/office/drawing/2014/main" id="{D75656B9-F26F-4E9D-01E2-7455F410C99F}"/>
              </a:ext>
            </a:extLst>
          </p:cNvPr>
          <p:cNvCxnSpPr>
            <a:cxnSpLocks/>
          </p:cNvCxnSpPr>
          <p:nvPr/>
        </p:nvCxnSpPr>
        <p:spPr>
          <a:xfrm>
            <a:off x="3858352" y="1208664"/>
            <a:ext cx="439927" cy="0"/>
          </a:xfrm>
          <a:prstGeom prst="line">
            <a:avLst/>
          </a:prstGeom>
          <a:ln w="28575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nettore diritto 443">
            <a:extLst>
              <a:ext uri="{FF2B5EF4-FFF2-40B4-BE49-F238E27FC236}">
                <a16:creationId xmlns:a16="http://schemas.microsoft.com/office/drawing/2014/main" id="{878746DD-92A7-CB11-5F29-A195149A071E}"/>
              </a:ext>
            </a:extLst>
          </p:cNvPr>
          <p:cNvCxnSpPr>
            <a:cxnSpLocks/>
          </p:cNvCxnSpPr>
          <p:nvPr/>
        </p:nvCxnSpPr>
        <p:spPr>
          <a:xfrm>
            <a:off x="11328007" y="3282884"/>
            <a:ext cx="0" cy="189915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Connettore diritto 445">
            <a:extLst>
              <a:ext uri="{FF2B5EF4-FFF2-40B4-BE49-F238E27FC236}">
                <a16:creationId xmlns:a16="http://schemas.microsoft.com/office/drawing/2014/main" id="{FCF17166-AEB6-59B1-ADAD-B97F1F9CCFDD}"/>
              </a:ext>
            </a:extLst>
          </p:cNvPr>
          <p:cNvCxnSpPr>
            <a:cxnSpLocks/>
          </p:cNvCxnSpPr>
          <p:nvPr/>
        </p:nvCxnSpPr>
        <p:spPr>
          <a:xfrm flipH="1" flipV="1">
            <a:off x="6465095" y="3250468"/>
            <a:ext cx="4862912" cy="1813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Connettore diritto 448">
            <a:extLst>
              <a:ext uri="{FF2B5EF4-FFF2-40B4-BE49-F238E27FC236}">
                <a16:creationId xmlns:a16="http://schemas.microsoft.com/office/drawing/2014/main" id="{07801E0C-606A-E7F0-C7A3-CD6313D82913}"/>
              </a:ext>
            </a:extLst>
          </p:cNvPr>
          <p:cNvCxnSpPr>
            <a:cxnSpLocks/>
          </p:cNvCxnSpPr>
          <p:nvPr/>
        </p:nvCxnSpPr>
        <p:spPr>
          <a:xfrm flipH="1">
            <a:off x="5940180" y="5182037"/>
            <a:ext cx="53878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Connettore diritto 450">
            <a:extLst>
              <a:ext uri="{FF2B5EF4-FFF2-40B4-BE49-F238E27FC236}">
                <a16:creationId xmlns:a16="http://schemas.microsoft.com/office/drawing/2014/main" id="{716B87FE-992F-33A8-77F7-60B23ADA97DB}"/>
              </a:ext>
            </a:extLst>
          </p:cNvPr>
          <p:cNvCxnSpPr>
            <a:cxnSpLocks/>
          </p:cNvCxnSpPr>
          <p:nvPr/>
        </p:nvCxnSpPr>
        <p:spPr>
          <a:xfrm flipH="1">
            <a:off x="5940180" y="3984003"/>
            <a:ext cx="2624" cy="120901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Connettore diritto 455">
            <a:extLst>
              <a:ext uri="{FF2B5EF4-FFF2-40B4-BE49-F238E27FC236}">
                <a16:creationId xmlns:a16="http://schemas.microsoft.com/office/drawing/2014/main" id="{1F1B194E-994A-4C8A-815B-1D241D9273C7}"/>
              </a:ext>
            </a:extLst>
          </p:cNvPr>
          <p:cNvCxnSpPr>
            <a:cxnSpLocks/>
          </p:cNvCxnSpPr>
          <p:nvPr/>
        </p:nvCxnSpPr>
        <p:spPr>
          <a:xfrm flipH="1">
            <a:off x="5927619" y="3981683"/>
            <a:ext cx="55176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Connettore diritto 467">
            <a:extLst>
              <a:ext uri="{FF2B5EF4-FFF2-40B4-BE49-F238E27FC236}">
                <a16:creationId xmlns:a16="http://schemas.microsoft.com/office/drawing/2014/main" id="{32FFBE8C-48F1-D67F-1A5F-854A96B6DD6B}"/>
              </a:ext>
            </a:extLst>
          </p:cNvPr>
          <p:cNvCxnSpPr>
            <a:cxnSpLocks/>
          </p:cNvCxnSpPr>
          <p:nvPr/>
        </p:nvCxnSpPr>
        <p:spPr>
          <a:xfrm>
            <a:off x="7843911" y="3267644"/>
            <a:ext cx="0" cy="1899153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Connettore a gomito 469">
            <a:extLst>
              <a:ext uri="{FF2B5EF4-FFF2-40B4-BE49-F238E27FC236}">
                <a16:creationId xmlns:a16="http://schemas.microsoft.com/office/drawing/2014/main" id="{38CA781E-85D9-FDF6-F7AC-3211B70038CE}"/>
              </a:ext>
            </a:extLst>
          </p:cNvPr>
          <p:cNvCxnSpPr>
            <a:cxnSpLocks/>
            <a:stCxn id="99" idx="2"/>
          </p:cNvCxnSpPr>
          <p:nvPr/>
        </p:nvCxnSpPr>
        <p:spPr>
          <a:xfrm rot="10800000" flipV="1">
            <a:off x="8754468" y="1824267"/>
            <a:ext cx="259496" cy="3980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Connettore diritto 477">
            <a:extLst>
              <a:ext uri="{FF2B5EF4-FFF2-40B4-BE49-F238E27FC236}">
                <a16:creationId xmlns:a16="http://schemas.microsoft.com/office/drawing/2014/main" id="{0559429F-A003-AD1B-68E9-69DF86FECDD5}"/>
              </a:ext>
            </a:extLst>
          </p:cNvPr>
          <p:cNvCxnSpPr>
            <a:cxnSpLocks/>
          </p:cNvCxnSpPr>
          <p:nvPr/>
        </p:nvCxnSpPr>
        <p:spPr>
          <a:xfrm>
            <a:off x="3551088" y="1872188"/>
            <a:ext cx="509737" cy="6519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Connettore diritto 480">
            <a:extLst>
              <a:ext uri="{FF2B5EF4-FFF2-40B4-BE49-F238E27FC236}">
                <a16:creationId xmlns:a16="http://schemas.microsoft.com/office/drawing/2014/main" id="{19BAAC04-E636-2449-801E-87EB2ABFC880}"/>
              </a:ext>
            </a:extLst>
          </p:cNvPr>
          <p:cNvCxnSpPr>
            <a:cxnSpLocks/>
          </p:cNvCxnSpPr>
          <p:nvPr/>
        </p:nvCxnSpPr>
        <p:spPr>
          <a:xfrm>
            <a:off x="3781669" y="1572564"/>
            <a:ext cx="509737" cy="6519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Connettore diritto 481">
            <a:extLst>
              <a:ext uri="{FF2B5EF4-FFF2-40B4-BE49-F238E27FC236}">
                <a16:creationId xmlns:a16="http://schemas.microsoft.com/office/drawing/2014/main" id="{886626C4-080B-B6D3-0B0E-B8A08AF7382B}"/>
              </a:ext>
            </a:extLst>
          </p:cNvPr>
          <p:cNvCxnSpPr>
            <a:cxnSpLocks/>
          </p:cNvCxnSpPr>
          <p:nvPr/>
        </p:nvCxnSpPr>
        <p:spPr>
          <a:xfrm>
            <a:off x="3858425" y="1580761"/>
            <a:ext cx="206924" cy="33179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Connettore diritto 483">
            <a:extLst>
              <a:ext uri="{FF2B5EF4-FFF2-40B4-BE49-F238E27FC236}">
                <a16:creationId xmlns:a16="http://schemas.microsoft.com/office/drawing/2014/main" id="{F7689BA0-57D3-06A7-8EED-8F430D1CB388}"/>
              </a:ext>
            </a:extLst>
          </p:cNvPr>
          <p:cNvCxnSpPr>
            <a:cxnSpLocks/>
          </p:cNvCxnSpPr>
          <p:nvPr/>
        </p:nvCxnSpPr>
        <p:spPr>
          <a:xfrm>
            <a:off x="4291965" y="1574286"/>
            <a:ext cx="9298" cy="261823"/>
          </a:xfrm>
          <a:prstGeom prst="line">
            <a:avLst/>
          </a:prstGeom>
          <a:ln w="28575">
            <a:solidFill>
              <a:srgbClr val="FFD9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Connettore diritto 484">
            <a:extLst>
              <a:ext uri="{FF2B5EF4-FFF2-40B4-BE49-F238E27FC236}">
                <a16:creationId xmlns:a16="http://schemas.microsoft.com/office/drawing/2014/main" id="{0BD8F923-58A4-05FF-0CF6-7E260EC89744}"/>
              </a:ext>
            </a:extLst>
          </p:cNvPr>
          <p:cNvCxnSpPr>
            <a:cxnSpLocks/>
          </p:cNvCxnSpPr>
          <p:nvPr/>
        </p:nvCxnSpPr>
        <p:spPr>
          <a:xfrm flipV="1">
            <a:off x="4060825" y="1872188"/>
            <a:ext cx="237454" cy="23287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D87F090E-C237-E3D7-DE6C-5F14820EF273}"/>
              </a:ext>
            </a:extLst>
          </p:cNvPr>
          <p:cNvCxnSpPr>
            <a:cxnSpLocks/>
          </p:cNvCxnSpPr>
          <p:nvPr/>
        </p:nvCxnSpPr>
        <p:spPr>
          <a:xfrm flipH="1">
            <a:off x="7895504" y="6005524"/>
            <a:ext cx="196850" cy="0"/>
          </a:xfrm>
          <a:prstGeom prst="line">
            <a:avLst/>
          </a:prstGeom>
          <a:ln w="285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79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9931</TotalTime>
  <Words>507</Words>
  <Application>Microsoft Office PowerPoint</Application>
  <PresentationFormat>Widescreen</PresentationFormat>
  <Paragraphs>297</Paragraphs>
  <Slides>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Manuele Pasini - manuele.pasini@studio.unibo.it</dc:creator>
  <cp:lastModifiedBy>Manuele Pasini - manuele.pasini@studio.unibo.it</cp:lastModifiedBy>
  <cp:revision>6</cp:revision>
  <cp:lastPrinted>2023-10-31T15:59:56Z</cp:lastPrinted>
  <dcterms:created xsi:type="dcterms:W3CDTF">2023-10-16T12:39:19Z</dcterms:created>
  <dcterms:modified xsi:type="dcterms:W3CDTF">2023-11-03T16:00:20Z</dcterms:modified>
</cp:coreProperties>
</file>